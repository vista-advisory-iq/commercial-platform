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7FFFDDB6_146D1F41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9" r:id="rId5"/>
    <p:sldMasterId id="2147483663" r:id="rId6"/>
  </p:sldMasterIdLst>
  <p:notesMasterIdLst>
    <p:notesMasterId r:id="rId19"/>
  </p:notesMasterIdLst>
  <p:sldIdLst>
    <p:sldId id="2147474855" r:id="rId7"/>
    <p:sldId id="2147474853" r:id="rId8"/>
    <p:sldId id="2147474856" r:id="rId9"/>
    <p:sldId id="2147474857" r:id="rId10"/>
    <p:sldId id="2147474860" r:id="rId11"/>
    <p:sldId id="2147474872" r:id="rId12"/>
    <p:sldId id="2147474867" r:id="rId13"/>
    <p:sldId id="2147474868" r:id="rId14"/>
    <p:sldId id="2147474859" r:id="rId15"/>
    <p:sldId id="2147474869" r:id="rId16"/>
    <p:sldId id="2147474870" r:id="rId17"/>
    <p:sldId id="21474745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D4CBCF-D028-49C2-87FC-80F6DA7AC80B}">
          <p14:sldIdLst>
            <p14:sldId id="2147474855"/>
            <p14:sldId id="2147474853"/>
            <p14:sldId id="2147474856"/>
            <p14:sldId id="2147474857"/>
            <p14:sldId id="2147474860"/>
            <p14:sldId id="2147474872"/>
            <p14:sldId id="2147474867"/>
            <p14:sldId id="2147474868"/>
            <p14:sldId id="2147474859"/>
            <p14:sldId id="2147474869"/>
            <p14:sldId id="2147474870"/>
            <p14:sldId id="21474745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2BBD1C-92BB-0F72-D754-42AFC191F88D}" name="Habeeb Oladapo Alebiosu" initials="HOA" userId="dd7a5313b51a96a3" providerId="Windows Live"/>
  <p188:author id="{9787D424-A7EC-A581-856B-454190DEA33E}" name="Tope Opelusi" initials="TO" userId="S::tope.opelusi@del.energy::89163e92-3df6-47b5-bd97-fb9b6d7750c8" providerId="AD"/>
  <p188:author id="{8C19D138-0691-EA85-3FB4-3A6009891ABF}" name="Temitope  Oluwasanu" initials="" userId="S::temitope.oluwasanu@del.energy::087d8b91-9dad-4b7c-9f60-ba57d721baab" providerId="AD"/>
  <p188:author id="{79FD0480-ECB9-B390-655B-658A40A2358F}" name="DEL_Commercial" initials="Com" userId="DEL_Commercial" providerId="None"/>
  <p188:author id="{96F5AD8A-0CAE-949E-0E6C-8B08A65BD97C}" name="Raymond Eromosele" initials="RE" userId="S::raymond.eromosele@del.energy::1e6ece26-8a73-4db8-afe4-607d91bd237e" providerId="AD"/>
  <p188:author id="{3F3848C3-04E7-41F2-560D-54E857F13CAB}" name="Strategy" initials="S" userId="Strategy" providerId="None"/>
  <p188:author id="{DA5A94DA-EB6F-A345-B27D-4EE01F2E230E}" name="Mide" initials="MP" userId="Mide" providerId="None"/>
  <p188:author id="{8D7FC5DB-FE3E-4DA1-6B79-C294D12C4D71}" name="Mide Popoola" initials="MP" userId="32262dcbdaa94f01" providerId="Windows Live"/>
  <p188:author id="{291BD8E4-9347-5551-5F75-04BE518A0BC8}" name="Abdullateef Ogunbiyi" initials="" userId="S::abdullateef.ogunbiyi@del.energy::eef906d5-92b6-4c3d-9afa-bf8016000b71" providerId="AD"/>
  <p188:author id="{AF6B5EE9-0381-199F-5C2C-854F291BE711}" name="Victor Osolake" initials="VO" userId="S::victor.osolake@del.energy::dd8d7462-8c83-4dfe-b963-65695a8ae0ee" providerId="AD"/>
  <p188:author id="{7C3873ED-EDC9-7B02-CB1B-CCFBA9F87192}" name="Victor Osolake" initials="" userId="S::Victor.osolake@del.energy::dd8d7462-8c83-4dfe-b963-65695a8ae0ee" providerId="AD"/>
  <p188:author id="{A8FDA4F0-1175-D00F-8A6A-A4384D700C4D}" name="Mide Popoola" initials="" userId="S::mide.popoola@del.energy::752dd2f6-c152-4ddd-b936-c686ec2ec949" providerId="AD"/>
  <p188:author id="{9ABA79F7-CC22-D903-60D1-2B974645B04C}" name="Legal" initials="Legal" userId="Legal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amide Popoola" initials="OP" lastIdx="5" clrIdx="0">
    <p:extLst>
      <p:ext uri="{19B8F6BF-5375-455C-9EA6-DF929625EA0E}">
        <p15:presenceInfo xmlns:p15="http://schemas.microsoft.com/office/powerpoint/2012/main" userId="32262dcbdaa94f01" providerId="Windows Live"/>
      </p:ext>
    </p:extLst>
  </p:cmAuthor>
  <p:cmAuthor id="2" name="Habeeb Oladapo Alebiosu" initials="HOA" lastIdx="22" clrIdx="1">
    <p:extLst>
      <p:ext uri="{19B8F6BF-5375-455C-9EA6-DF929625EA0E}">
        <p15:presenceInfo xmlns:p15="http://schemas.microsoft.com/office/powerpoint/2012/main" userId="dd7a5313b51a96a3" providerId="Windows Live"/>
      </p:ext>
    </p:extLst>
  </p:cmAuthor>
  <p:cmAuthor id="3" name="Legal" initials="Legal" lastIdx="3" clrIdx="2">
    <p:extLst>
      <p:ext uri="{19B8F6BF-5375-455C-9EA6-DF929625EA0E}">
        <p15:presenceInfo xmlns:p15="http://schemas.microsoft.com/office/powerpoint/2012/main" userId="Legal" providerId="None"/>
      </p:ext>
    </p:extLst>
  </p:cmAuthor>
  <p:cmAuthor id="4" name="Oluwaseun Sowunmi" initials="OS" lastIdx="7" clrIdx="3">
    <p:extLst>
      <p:ext uri="{19B8F6BF-5375-455C-9EA6-DF929625EA0E}">
        <p15:presenceInfo xmlns:p15="http://schemas.microsoft.com/office/powerpoint/2012/main" userId="S::oluwaseun.sowunmi@viathan-ng.com::067b8dda-4ad1-4221-ae63-d25b49523a85" providerId="AD"/>
      </p:ext>
    </p:extLst>
  </p:cmAuthor>
  <p:cmAuthor id="5" name="Ray Eromosele" initials="RE" lastIdx="7" clrIdx="4">
    <p:extLst>
      <p:ext uri="{19B8F6BF-5375-455C-9EA6-DF929625EA0E}">
        <p15:presenceInfo xmlns:p15="http://schemas.microsoft.com/office/powerpoint/2012/main" userId="67d8c18107940266" providerId="Windows Live"/>
      </p:ext>
    </p:extLst>
  </p:cmAuthor>
  <p:cmAuthor id="6" name="Victor Osolake" initials="VO" lastIdx="3" clrIdx="5">
    <p:extLst>
      <p:ext uri="{19B8F6BF-5375-455C-9EA6-DF929625EA0E}">
        <p15:presenceInfo xmlns:p15="http://schemas.microsoft.com/office/powerpoint/2012/main" userId="2f2406ec98d9a7a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0E5"/>
    <a:srgbClr val="2E7D32"/>
    <a:srgbClr val="1F3864"/>
    <a:srgbClr val="D97706"/>
    <a:srgbClr val="0B6E6E"/>
    <a:srgbClr val="CBD5E0"/>
    <a:srgbClr val="054D4D"/>
    <a:srgbClr val="2D8C52"/>
    <a:srgbClr val="C9505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D129CD-73A8-46CA-9959-2307F1C9173F}" v="889" dt="2026-06-03T11:51:33.9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135" y="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mitope  Oluwasanu" userId="087d8b91-9dad-4b7c-9f60-ba57d721baab" providerId="ADAL" clId="{36A358D3-DC8E-479D-8228-1F85A65CAE32}"/>
    <pc:docChg chg="undo custSel addSld delSld modSld sldOrd modMainMaster modSection">
      <pc:chgData name="Temitope  Oluwasanu" userId="087d8b91-9dad-4b7c-9f60-ba57d721baab" providerId="ADAL" clId="{36A358D3-DC8E-479D-8228-1F85A65CAE32}" dt="2026-06-03T11:51:33.934" v="1314" actId="47"/>
      <pc:docMkLst>
        <pc:docMk/>
      </pc:docMkLst>
      <pc:sldChg chg="ord">
        <pc:chgData name="Temitope  Oluwasanu" userId="087d8b91-9dad-4b7c-9f60-ba57d721baab" providerId="ADAL" clId="{36A358D3-DC8E-479D-8228-1F85A65CAE32}" dt="2026-05-31T12:48:29.339" v="395"/>
        <pc:sldMkLst>
          <pc:docMk/>
          <pc:sldMk cId="3652713884" sldId="2147474559"/>
        </pc:sldMkLst>
      </pc:sldChg>
      <pc:sldChg chg="addSp delSp modSp mod">
        <pc:chgData name="Temitope  Oluwasanu" userId="087d8b91-9dad-4b7c-9f60-ba57d721baab" providerId="ADAL" clId="{36A358D3-DC8E-479D-8228-1F85A65CAE32}" dt="2026-05-30T15:02:30.657" v="105" actId="165"/>
        <pc:sldMkLst>
          <pc:docMk/>
          <pc:sldMk cId="2010380014" sldId="2147474853"/>
        </pc:sldMkLst>
        <pc:spChg chg="mod">
          <ac:chgData name="Temitope  Oluwasanu" userId="087d8b91-9dad-4b7c-9f60-ba57d721baab" providerId="ADAL" clId="{36A358D3-DC8E-479D-8228-1F85A65CAE32}" dt="2026-05-30T14:43:11.640" v="14" actId="255"/>
          <ac:spMkLst>
            <pc:docMk/>
            <pc:sldMk cId="2010380014" sldId="2147474853"/>
            <ac:spMk id="67" creationId="{D1EA6023-2E84-F296-A510-EEC13A431AD2}"/>
          </ac:spMkLst>
        </pc:spChg>
        <pc:spChg chg="mod topLvl">
          <ac:chgData name="Temitope  Oluwasanu" userId="087d8b91-9dad-4b7c-9f60-ba57d721baab" providerId="ADAL" clId="{36A358D3-DC8E-479D-8228-1F85A65CAE32}" dt="2026-05-30T15:02:30.657" v="105" actId="165"/>
          <ac:spMkLst>
            <pc:docMk/>
            <pc:sldMk cId="2010380014" sldId="2147474853"/>
            <ac:spMk id="68" creationId="{D7DC6309-8734-089E-7394-36B00916CF7E}"/>
          </ac:spMkLst>
        </pc:spChg>
        <pc:spChg chg="mod topLvl">
          <ac:chgData name="Temitope  Oluwasanu" userId="087d8b91-9dad-4b7c-9f60-ba57d721baab" providerId="ADAL" clId="{36A358D3-DC8E-479D-8228-1F85A65CAE32}" dt="2026-05-30T15:02:30.657" v="105" actId="165"/>
          <ac:spMkLst>
            <pc:docMk/>
            <pc:sldMk cId="2010380014" sldId="2147474853"/>
            <ac:spMk id="71" creationId="{06D15683-38A8-51D3-85BA-2CB29568BECB}"/>
          </ac:spMkLst>
        </pc:spChg>
        <pc:spChg chg="mod topLvl">
          <ac:chgData name="Temitope  Oluwasanu" userId="087d8b91-9dad-4b7c-9f60-ba57d721baab" providerId="ADAL" clId="{36A358D3-DC8E-479D-8228-1F85A65CAE32}" dt="2026-05-30T15:02:30.657" v="105" actId="165"/>
          <ac:spMkLst>
            <pc:docMk/>
            <pc:sldMk cId="2010380014" sldId="2147474853"/>
            <ac:spMk id="72" creationId="{21A160C8-6714-F376-D666-4C4892E23A30}"/>
          </ac:spMkLst>
        </pc:spChg>
        <pc:spChg chg="mod">
          <ac:chgData name="Temitope  Oluwasanu" userId="087d8b91-9dad-4b7c-9f60-ba57d721baab" providerId="ADAL" clId="{36A358D3-DC8E-479D-8228-1F85A65CAE32}" dt="2026-05-30T14:40:54.276" v="1" actId="20577"/>
          <ac:spMkLst>
            <pc:docMk/>
            <pc:sldMk cId="2010380014" sldId="2147474853"/>
            <ac:spMk id="76" creationId="{F438FB4D-3186-337B-FBDB-40DF54DEE7A0}"/>
          </ac:spMkLst>
        </pc:spChg>
        <pc:spChg chg="mod topLvl">
          <ac:chgData name="Temitope  Oluwasanu" userId="087d8b91-9dad-4b7c-9f60-ba57d721baab" providerId="ADAL" clId="{36A358D3-DC8E-479D-8228-1F85A65CAE32}" dt="2026-05-30T15:02:30.657" v="105" actId="165"/>
          <ac:spMkLst>
            <pc:docMk/>
            <pc:sldMk cId="2010380014" sldId="2147474853"/>
            <ac:spMk id="78" creationId="{A6F4F262-0610-C9E8-9C43-5BB7F18BDD17}"/>
          </ac:spMkLst>
        </pc:spChg>
        <pc:spChg chg="mod topLvl">
          <ac:chgData name="Temitope  Oluwasanu" userId="087d8b91-9dad-4b7c-9f60-ba57d721baab" providerId="ADAL" clId="{36A358D3-DC8E-479D-8228-1F85A65CAE32}" dt="2026-05-30T15:02:30.657" v="105" actId="165"/>
          <ac:spMkLst>
            <pc:docMk/>
            <pc:sldMk cId="2010380014" sldId="2147474853"/>
            <ac:spMk id="79" creationId="{5B934FFA-D7D9-AA87-1CF8-E6DE7A5FED0C}"/>
          </ac:spMkLst>
        </pc:spChg>
        <pc:spChg chg="mod topLvl">
          <ac:chgData name="Temitope  Oluwasanu" userId="087d8b91-9dad-4b7c-9f60-ba57d721baab" providerId="ADAL" clId="{36A358D3-DC8E-479D-8228-1F85A65CAE32}" dt="2026-05-30T15:02:30.657" v="105" actId="165"/>
          <ac:spMkLst>
            <pc:docMk/>
            <pc:sldMk cId="2010380014" sldId="2147474853"/>
            <ac:spMk id="81" creationId="{18DAB745-4E0A-89C6-165E-61566393F255}"/>
          </ac:spMkLst>
        </pc:spChg>
        <pc:spChg chg="mod topLvl">
          <ac:chgData name="Temitope  Oluwasanu" userId="087d8b91-9dad-4b7c-9f60-ba57d721baab" providerId="ADAL" clId="{36A358D3-DC8E-479D-8228-1F85A65CAE32}" dt="2026-05-30T15:02:30.657" v="105" actId="165"/>
          <ac:spMkLst>
            <pc:docMk/>
            <pc:sldMk cId="2010380014" sldId="2147474853"/>
            <ac:spMk id="84" creationId="{B9DCA2C0-8E6A-BF78-82DC-2B2EBBB0342B}"/>
          </ac:spMkLst>
        </pc:spChg>
        <pc:spChg chg="mod topLvl">
          <ac:chgData name="Temitope  Oluwasanu" userId="087d8b91-9dad-4b7c-9f60-ba57d721baab" providerId="ADAL" clId="{36A358D3-DC8E-479D-8228-1F85A65CAE32}" dt="2026-05-30T15:02:30.657" v="105" actId="165"/>
          <ac:spMkLst>
            <pc:docMk/>
            <pc:sldMk cId="2010380014" sldId="2147474853"/>
            <ac:spMk id="86" creationId="{130BF609-E7A7-5421-4AC4-AF38029E007B}"/>
          </ac:spMkLst>
        </pc:spChg>
        <pc:spChg chg="mod">
          <ac:chgData name="Temitope  Oluwasanu" userId="087d8b91-9dad-4b7c-9f60-ba57d721baab" providerId="ADAL" clId="{36A358D3-DC8E-479D-8228-1F85A65CAE32}" dt="2026-05-30T14:42:13.414" v="12" actId="255"/>
          <ac:spMkLst>
            <pc:docMk/>
            <pc:sldMk cId="2010380014" sldId="2147474853"/>
            <ac:spMk id="88" creationId="{4C6C02FE-9409-11C0-6CBE-C990950EC755}"/>
          </ac:spMkLst>
        </pc:spChg>
        <pc:spChg chg="mod">
          <ac:chgData name="Temitope  Oluwasanu" userId="087d8b91-9dad-4b7c-9f60-ba57d721baab" providerId="ADAL" clId="{36A358D3-DC8E-479D-8228-1F85A65CAE32}" dt="2026-05-30T14:42:13.414" v="12" actId="255"/>
          <ac:spMkLst>
            <pc:docMk/>
            <pc:sldMk cId="2010380014" sldId="2147474853"/>
            <ac:spMk id="90" creationId="{18F05736-8048-DEE6-3289-3FC158C7D85A}"/>
          </ac:spMkLst>
        </pc:spChg>
        <pc:spChg chg="mod">
          <ac:chgData name="Temitope  Oluwasanu" userId="087d8b91-9dad-4b7c-9f60-ba57d721baab" providerId="ADAL" clId="{36A358D3-DC8E-479D-8228-1F85A65CAE32}" dt="2026-05-30T14:42:13.414" v="12" actId="255"/>
          <ac:spMkLst>
            <pc:docMk/>
            <pc:sldMk cId="2010380014" sldId="2147474853"/>
            <ac:spMk id="92" creationId="{1EAC41AD-BCBC-5D6E-4C75-933DD7358F68}"/>
          </ac:spMkLst>
        </pc:spChg>
        <pc:spChg chg="mod">
          <ac:chgData name="Temitope  Oluwasanu" userId="087d8b91-9dad-4b7c-9f60-ba57d721baab" providerId="ADAL" clId="{36A358D3-DC8E-479D-8228-1F85A65CAE32}" dt="2026-05-30T14:42:13.414" v="12" actId="255"/>
          <ac:spMkLst>
            <pc:docMk/>
            <pc:sldMk cId="2010380014" sldId="2147474853"/>
            <ac:spMk id="94" creationId="{F07F2B27-D099-F440-01C9-19794BA22247}"/>
          </ac:spMkLst>
        </pc:spChg>
        <pc:spChg chg="mod">
          <ac:chgData name="Temitope  Oluwasanu" userId="087d8b91-9dad-4b7c-9f60-ba57d721baab" providerId="ADAL" clId="{36A358D3-DC8E-479D-8228-1F85A65CAE32}" dt="2026-05-30T14:42:13.414" v="12" actId="255"/>
          <ac:spMkLst>
            <pc:docMk/>
            <pc:sldMk cId="2010380014" sldId="2147474853"/>
            <ac:spMk id="96" creationId="{B0B94D44-D72C-18C0-2BC7-8EE8599010F3}"/>
          </ac:spMkLst>
        </pc:spChg>
        <pc:spChg chg="mod">
          <ac:chgData name="Temitope  Oluwasanu" userId="087d8b91-9dad-4b7c-9f60-ba57d721baab" providerId="ADAL" clId="{36A358D3-DC8E-479D-8228-1F85A65CAE32}" dt="2026-05-30T14:42:13.414" v="12" actId="255"/>
          <ac:spMkLst>
            <pc:docMk/>
            <pc:sldMk cId="2010380014" sldId="2147474853"/>
            <ac:spMk id="98" creationId="{8A1DF0D4-B485-C129-912F-9110DF75C326}"/>
          </ac:spMkLst>
        </pc:spChg>
        <pc:spChg chg="mod topLvl">
          <ac:chgData name="Temitope  Oluwasanu" userId="087d8b91-9dad-4b7c-9f60-ba57d721baab" providerId="ADAL" clId="{36A358D3-DC8E-479D-8228-1F85A65CAE32}" dt="2026-05-30T15:02:30.657" v="105" actId="165"/>
          <ac:spMkLst>
            <pc:docMk/>
            <pc:sldMk cId="2010380014" sldId="2147474853"/>
            <ac:spMk id="100" creationId="{5BC09C6D-5745-CB20-9EA0-DB5BE341D0AC}"/>
          </ac:spMkLst>
        </pc:spChg>
        <pc:spChg chg="mod topLvl">
          <ac:chgData name="Temitope  Oluwasanu" userId="087d8b91-9dad-4b7c-9f60-ba57d721baab" providerId="ADAL" clId="{36A358D3-DC8E-479D-8228-1F85A65CAE32}" dt="2026-05-30T15:02:30.657" v="105" actId="165"/>
          <ac:spMkLst>
            <pc:docMk/>
            <pc:sldMk cId="2010380014" sldId="2147474853"/>
            <ac:spMk id="102" creationId="{82B02809-5D93-46DE-D932-C8F9824FA88A}"/>
          </ac:spMkLst>
        </pc:spChg>
        <pc:spChg chg="mod">
          <ac:chgData name="Temitope  Oluwasanu" userId="087d8b91-9dad-4b7c-9f60-ba57d721baab" providerId="ADAL" clId="{36A358D3-DC8E-479D-8228-1F85A65CAE32}" dt="2026-05-30T14:44:16.836" v="17" actId="255"/>
          <ac:spMkLst>
            <pc:docMk/>
            <pc:sldMk cId="2010380014" sldId="2147474853"/>
            <ac:spMk id="123" creationId="{0F5FB750-527C-EC5F-10A9-DF66A6D14BAF}"/>
          </ac:spMkLst>
        </pc:spChg>
      </pc:sldChg>
      <pc:sldChg chg="modSp mod">
        <pc:chgData name="Temitope  Oluwasanu" userId="087d8b91-9dad-4b7c-9f60-ba57d721baab" providerId="ADAL" clId="{36A358D3-DC8E-479D-8228-1F85A65CAE32}" dt="2026-05-31T16:36:52.837" v="1256" actId="14100"/>
        <pc:sldMkLst>
          <pc:docMk/>
          <pc:sldMk cId="3196566797" sldId="2147474855"/>
        </pc:sldMkLst>
        <pc:spChg chg="mod">
          <ac:chgData name="Temitope  Oluwasanu" userId="087d8b91-9dad-4b7c-9f60-ba57d721baab" providerId="ADAL" clId="{36A358D3-DC8E-479D-8228-1F85A65CAE32}" dt="2026-05-31T16:36:52.837" v="1256" actId="14100"/>
          <ac:spMkLst>
            <pc:docMk/>
            <pc:sldMk cId="3196566797" sldId="2147474855"/>
            <ac:spMk id="6" creationId="{BA512C78-500E-5B5D-50C6-C78DA5C1945F}"/>
          </ac:spMkLst>
        </pc:spChg>
        <pc:picChg chg="mod">
          <ac:chgData name="Temitope  Oluwasanu" userId="087d8b91-9dad-4b7c-9f60-ba57d721baab" providerId="ADAL" clId="{36A358D3-DC8E-479D-8228-1F85A65CAE32}" dt="2026-05-30T17:09:59.400" v="388" actId="1076"/>
          <ac:picMkLst>
            <pc:docMk/>
            <pc:sldMk cId="3196566797" sldId="2147474855"/>
            <ac:picMk id="30" creationId="{2E699EB3-9DB8-A413-7986-8AAC34E53F7A}"/>
          </ac:picMkLst>
        </pc:picChg>
      </pc:sldChg>
      <pc:sldChg chg="addSp delSp modSp mod">
        <pc:chgData name="Temitope  Oluwasanu" userId="087d8b91-9dad-4b7c-9f60-ba57d721baab" providerId="ADAL" clId="{36A358D3-DC8E-479D-8228-1F85A65CAE32}" dt="2026-05-31T15:47:21.162" v="570"/>
        <pc:sldMkLst>
          <pc:docMk/>
          <pc:sldMk cId="1372383762" sldId="2147474856"/>
        </pc:sldMkLst>
        <pc:spChg chg="add mod">
          <ac:chgData name="Temitope  Oluwasanu" userId="087d8b91-9dad-4b7c-9f60-ba57d721baab" providerId="ADAL" clId="{36A358D3-DC8E-479D-8228-1F85A65CAE32}" dt="2026-05-30T15:02:19.567" v="103" actId="1076"/>
          <ac:spMkLst>
            <pc:docMk/>
            <pc:sldMk cId="1372383762" sldId="2147474856"/>
            <ac:spMk id="2" creationId="{C9371F9A-BD44-F6EC-8299-DABA9E8DFECA}"/>
          </ac:spMkLst>
        </pc:spChg>
        <pc:spChg chg="mod topLvl">
          <ac:chgData name="Temitope  Oluwasanu" userId="087d8b91-9dad-4b7c-9f60-ba57d721baab" providerId="ADAL" clId="{36A358D3-DC8E-479D-8228-1F85A65CAE32}" dt="2026-05-30T15:02:24.063" v="104" actId="165"/>
          <ac:spMkLst>
            <pc:docMk/>
            <pc:sldMk cId="1372383762" sldId="2147474856"/>
            <ac:spMk id="7" creationId="{55D3D19C-8474-38D2-A923-EC14BC2F07A9}"/>
          </ac:spMkLst>
        </pc:spChg>
        <pc:spChg chg="mod topLvl">
          <ac:chgData name="Temitope  Oluwasanu" userId="087d8b91-9dad-4b7c-9f60-ba57d721baab" providerId="ADAL" clId="{36A358D3-DC8E-479D-8228-1F85A65CAE32}" dt="2026-05-30T15:02:24.063" v="104" actId="165"/>
          <ac:spMkLst>
            <pc:docMk/>
            <pc:sldMk cId="1372383762" sldId="2147474856"/>
            <ac:spMk id="8" creationId="{84FE4E85-4AEC-3DA9-B5E5-1E78076FD915}"/>
          </ac:spMkLst>
        </pc:spChg>
        <pc:spChg chg="mod topLvl">
          <ac:chgData name="Temitope  Oluwasanu" userId="087d8b91-9dad-4b7c-9f60-ba57d721baab" providerId="ADAL" clId="{36A358D3-DC8E-479D-8228-1F85A65CAE32}" dt="2026-05-30T15:02:24.063" v="104" actId="165"/>
          <ac:spMkLst>
            <pc:docMk/>
            <pc:sldMk cId="1372383762" sldId="2147474856"/>
            <ac:spMk id="10" creationId="{59148B3C-DCAF-D7E8-69ED-CA56C2595054}"/>
          </ac:spMkLst>
        </pc:spChg>
        <pc:spChg chg="mod topLvl">
          <ac:chgData name="Temitope  Oluwasanu" userId="087d8b91-9dad-4b7c-9f60-ba57d721baab" providerId="ADAL" clId="{36A358D3-DC8E-479D-8228-1F85A65CAE32}" dt="2026-05-30T15:02:24.063" v="104" actId="165"/>
          <ac:spMkLst>
            <pc:docMk/>
            <pc:sldMk cId="1372383762" sldId="2147474856"/>
            <ac:spMk id="12" creationId="{1B05EEC7-9EDC-8510-9C83-5374CE9BFEA4}"/>
          </ac:spMkLst>
        </pc:spChg>
        <pc:spChg chg="mod topLvl">
          <ac:chgData name="Temitope  Oluwasanu" userId="087d8b91-9dad-4b7c-9f60-ba57d721baab" providerId="ADAL" clId="{36A358D3-DC8E-479D-8228-1F85A65CAE32}" dt="2026-05-30T15:02:24.063" v="104" actId="165"/>
          <ac:spMkLst>
            <pc:docMk/>
            <pc:sldMk cId="1372383762" sldId="2147474856"/>
            <ac:spMk id="16" creationId="{99549085-1180-B289-5DB7-5411928AF298}"/>
          </ac:spMkLst>
        </pc:spChg>
        <pc:spChg chg="mod topLvl">
          <ac:chgData name="Temitope  Oluwasanu" userId="087d8b91-9dad-4b7c-9f60-ba57d721baab" providerId="ADAL" clId="{36A358D3-DC8E-479D-8228-1F85A65CAE32}" dt="2026-05-30T15:02:24.063" v="104" actId="165"/>
          <ac:spMkLst>
            <pc:docMk/>
            <pc:sldMk cId="1372383762" sldId="2147474856"/>
            <ac:spMk id="19" creationId="{A62DC099-9F88-797F-5757-1CD74055BBA3}"/>
          </ac:spMkLst>
        </pc:spChg>
        <pc:spChg chg="mod topLvl">
          <ac:chgData name="Temitope  Oluwasanu" userId="087d8b91-9dad-4b7c-9f60-ba57d721baab" providerId="ADAL" clId="{36A358D3-DC8E-479D-8228-1F85A65CAE32}" dt="2026-05-30T15:02:24.063" v="104" actId="165"/>
          <ac:spMkLst>
            <pc:docMk/>
            <pc:sldMk cId="1372383762" sldId="2147474856"/>
            <ac:spMk id="22" creationId="{6B94BA66-18B0-5574-4A3C-E82C159D0B38}"/>
          </ac:spMkLst>
        </pc:spChg>
        <pc:spChg chg="mod topLvl">
          <ac:chgData name="Temitope  Oluwasanu" userId="087d8b91-9dad-4b7c-9f60-ba57d721baab" providerId="ADAL" clId="{36A358D3-DC8E-479D-8228-1F85A65CAE32}" dt="2026-05-30T15:02:24.063" v="104" actId="165"/>
          <ac:spMkLst>
            <pc:docMk/>
            <pc:sldMk cId="1372383762" sldId="2147474856"/>
            <ac:spMk id="23" creationId="{B0ACCEA5-C024-D746-8906-C55A9ECDD9CE}"/>
          </ac:spMkLst>
        </pc:spChg>
        <pc:spChg chg="mod topLvl">
          <ac:chgData name="Temitope  Oluwasanu" userId="087d8b91-9dad-4b7c-9f60-ba57d721baab" providerId="ADAL" clId="{36A358D3-DC8E-479D-8228-1F85A65CAE32}" dt="2026-05-30T15:02:24.063" v="104" actId="165"/>
          <ac:spMkLst>
            <pc:docMk/>
            <pc:sldMk cId="1372383762" sldId="2147474856"/>
            <ac:spMk id="29" creationId="{E528CA4E-D32B-9833-E604-E54EE0B93DF5}"/>
          </ac:spMkLst>
        </pc:spChg>
        <pc:spChg chg="mod topLvl">
          <ac:chgData name="Temitope  Oluwasanu" userId="087d8b91-9dad-4b7c-9f60-ba57d721baab" providerId="ADAL" clId="{36A358D3-DC8E-479D-8228-1F85A65CAE32}" dt="2026-05-30T15:02:24.063" v="104" actId="165"/>
          <ac:spMkLst>
            <pc:docMk/>
            <pc:sldMk cId="1372383762" sldId="2147474856"/>
            <ac:spMk id="35" creationId="{A5CA71E9-9E1F-C172-B675-4428827BBB3F}"/>
          </ac:spMkLst>
        </pc:spChg>
        <pc:spChg chg="mod">
          <ac:chgData name="Temitope  Oluwasanu" userId="087d8b91-9dad-4b7c-9f60-ba57d721baab" providerId="ADAL" clId="{36A358D3-DC8E-479D-8228-1F85A65CAE32}" dt="2026-05-31T15:47:21.162" v="570"/>
          <ac:spMkLst>
            <pc:docMk/>
            <pc:sldMk cId="1372383762" sldId="2147474856"/>
            <ac:spMk id="37" creationId="{9973B2B4-825D-FF79-52B3-55E55E58BF90}"/>
          </ac:spMkLst>
        </pc:spChg>
        <pc:spChg chg="mod">
          <ac:chgData name="Temitope  Oluwasanu" userId="087d8b91-9dad-4b7c-9f60-ba57d721baab" providerId="ADAL" clId="{36A358D3-DC8E-479D-8228-1F85A65CAE32}" dt="2026-05-31T15:47:21.162" v="570"/>
          <ac:spMkLst>
            <pc:docMk/>
            <pc:sldMk cId="1372383762" sldId="2147474856"/>
            <ac:spMk id="38" creationId="{EC6F2699-BCA8-1020-2687-22D9AC21E0E8}"/>
          </ac:spMkLst>
        </pc:spChg>
        <pc:spChg chg="mod">
          <ac:chgData name="Temitope  Oluwasanu" userId="087d8b91-9dad-4b7c-9f60-ba57d721baab" providerId="ADAL" clId="{36A358D3-DC8E-479D-8228-1F85A65CAE32}" dt="2026-05-31T15:47:21.162" v="570"/>
          <ac:spMkLst>
            <pc:docMk/>
            <pc:sldMk cId="1372383762" sldId="2147474856"/>
            <ac:spMk id="39" creationId="{319EF601-18B0-FC57-8B46-1E9ED2C066B1}"/>
          </ac:spMkLst>
        </pc:spChg>
        <pc:spChg chg="mod">
          <ac:chgData name="Temitope  Oluwasanu" userId="087d8b91-9dad-4b7c-9f60-ba57d721baab" providerId="ADAL" clId="{36A358D3-DC8E-479D-8228-1F85A65CAE32}" dt="2026-05-31T15:47:21.162" v="570"/>
          <ac:spMkLst>
            <pc:docMk/>
            <pc:sldMk cId="1372383762" sldId="2147474856"/>
            <ac:spMk id="40" creationId="{21373975-D98C-006E-341B-567B60644B7B}"/>
          </ac:spMkLst>
        </pc:spChg>
        <pc:spChg chg="mod">
          <ac:chgData name="Temitope  Oluwasanu" userId="087d8b91-9dad-4b7c-9f60-ba57d721baab" providerId="ADAL" clId="{36A358D3-DC8E-479D-8228-1F85A65CAE32}" dt="2026-05-30T14:44:49.445" v="21" actId="2711"/>
          <ac:spMkLst>
            <pc:docMk/>
            <pc:sldMk cId="1372383762" sldId="2147474856"/>
            <ac:spMk id="76" creationId="{4382501C-2509-D800-2B46-F2881D5AD89C}"/>
          </ac:spMkLst>
        </pc:spChg>
        <pc:spChg chg="mod">
          <ac:chgData name="Temitope  Oluwasanu" userId="087d8b91-9dad-4b7c-9f60-ba57d721baab" providerId="ADAL" clId="{36A358D3-DC8E-479D-8228-1F85A65CAE32}" dt="2026-05-30T14:44:49.445" v="21" actId="2711"/>
          <ac:spMkLst>
            <pc:docMk/>
            <pc:sldMk cId="1372383762" sldId="2147474856"/>
            <ac:spMk id="123" creationId="{C68AB1CA-5536-C90D-26B6-0AE0C3278ABC}"/>
          </ac:spMkLst>
        </pc:spChg>
        <pc:spChg chg="mod">
          <ac:chgData name="Temitope  Oluwasanu" userId="087d8b91-9dad-4b7c-9f60-ba57d721baab" providerId="ADAL" clId="{36A358D3-DC8E-479D-8228-1F85A65CAE32}" dt="2026-05-30T14:44:49.445" v="21" actId="2711"/>
          <ac:spMkLst>
            <pc:docMk/>
            <pc:sldMk cId="1372383762" sldId="2147474856"/>
            <ac:spMk id="124" creationId="{325AEEF3-5091-E045-E6A9-59E9CC731E36}"/>
          </ac:spMkLst>
        </pc:spChg>
        <pc:grpChg chg="add mod">
          <ac:chgData name="Temitope  Oluwasanu" userId="087d8b91-9dad-4b7c-9f60-ba57d721baab" providerId="ADAL" clId="{36A358D3-DC8E-479D-8228-1F85A65CAE32}" dt="2026-05-31T15:47:21.162" v="570"/>
          <ac:grpSpMkLst>
            <pc:docMk/>
            <pc:sldMk cId="1372383762" sldId="2147474856"/>
            <ac:grpSpMk id="3" creationId="{D1292395-0EB9-5EC4-86C6-31832B44CD71}"/>
          </ac:grpSpMkLst>
        </pc:grpChg>
        <pc:grpChg chg="mod">
          <ac:chgData name="Temitope  Oluwasanu" userId="087d8b91-9dad-4b7c-9f60-ba57d721baab" providerId="ADAL" clId="{36A358D3-DC8E-479D-8228-1F85A65CAE32}" dt="2026-05-31T15:47:21.162" v="570"/>
          <ac:grpSpMkLst>
            <pc:docMk/>
            <pc:sldMk cId="1372383762" sldId="2147474856"/>
            <ac:grpSpMk id="4" creationId="{1576CA4A-69BA-9513-1FFC-28DE74A0D85A}"/>
          </ac:grpSpMkLst>
        </pc:grpChg>
        <pc:grpChg chg="mod">
          <ac:chgData name="Temitope  Oluwasanu" userId="087d8b91-9dad-4b7c-9f60-ba57d721baab" providerId="ADAL" clId="{36A358D3-DC8E-479D-8228-1F85A65CAE32}" dt="2026-05-31T15:47:21.162" v="570"/>
          <ac:grpSpMkLst>
            <pc:docMk/>
            <pc:sldMk cId="1372383762" sldId="2147474856"/>
            <ac:grpSpMk id="36" creationId="{5B6C36C4-2954-B1B0-852C-FA3128AB0596}"/>
          </ac:grpSpMkLst>
        </pc:grpChg>
      </pc:sldChg>
      <pc:sldChg chg="addSp delSp modSp mod modShow">
        <pc:chgData name="Temitope  Oluwasanu" userId="087d8b91-9dad-4b7c-9f60-ba57d721baab" providerId="ADAL" clId="{36A358D3-DC8E-479D-8228-1F85A65CAE32}" dt="2026-05-31T15:47:36.382" v="571" actId="34476"/>
        <pc:sldMkLst>
          <pc:docMk/>
          <pc:sldMk cId="2553842121" sldId="2147474857"/>
        </pc:sldMkLst>
        <pc:spChg chg="mod topLvl">
          <ac:chgData name="Temitope  Oluwasanu" userId="087d8b91-9dad-4b7c-9f60-ba57d721baab" providerId="ADAL" clId="{36A358D3-DC8E-479D-8228-1F85A65CAE32}" dt="2026-05-30T15:02:55.160" v="107" actId="2711"/>
          <ac:spMkLst>
            <pc:docMk/>
            <pc:sldMk cId="2553842121" sldId="2147474857"/>
            <ac:spMk id="7" creationId="{DFA49924-2BCE-54DB-F0EE-3398CE8B4C06}"/>
          </ac:spMkLst>
        </pc:spChg>
        <pc:spChg chg="mod topLvl">
          <ac:chgData name="Temitope  Oluwasanu" userId="087d8b91-9dad-4b7c-9f60-ba57d721baab" providerId="ADAL" clId="{36A358D3-DC8E-479D-8228-1F85A65CAE32}" dt="2026-05-31T15:41:09.167" v="489" actId="108"/>
          <ac:spMkLst>
            <pc:docMk/>
            <pc:sldMk cId="2553842121" sldId="2147474857"/>
            <ac:spMk id="16" creationId="{0E4EA864-4452-8F81-B4B3-5D6C43DC28AC}"/>
          </ac:spMkLst>
        </pc:spChg>
        <pc:spChg chg="mod topLvl">
          <ac:chgData name="Temitope  Oluwasanu" userId="087d8b91-9dad-4b7c-9f60-ba57d721baab" providerId="ADAL" clId="{36A358D3-DC8E-479D-8228-1F85A65CAE32}" dt="2026-05-31T15:41:18.429" v="490" actId="108"/>
          <ac:spMkLst>
            <pc:docMk/>
            <pc:sldMk cId="2553842121" sldId="2147474857"/>
            <ac:spMk id="17" creationId="{B8B56425-1D5F-8754-A327-E9075F139B78}"/>
          </ac:spMkLst>
        </pc:spChg>
        <pc:spChg chg="mod topLvl">
          <ac:chgData name="Temitope  Oluwasanu" userId="087d8b91-9dad-4b7c-9f60-ba57d721baab" providerId="ADAL" clId="{36A358D3-DC8E-479D-8228-1F85A65CAE32}" dt="2026-05-31T15:41:19.454" v="491" actId="108"/>
          <ac:spMkLst>
            <pc:docMk/>
            <pc:sldMk cId="2553842121" sldId="2147474857"/>
            <ac:spMk id="18" creationId="{D3EF135E-4CF4-40D9-E232-05B66534297B}"/>
          </ac:spMkLst>
        </pc:spChg>
        <pc:spChg chg="mod topLvl">
          <ac:chgData name="Temitope  Oluwasanu" userId="087d8b91-9dad-4b7c-9f60-ba57d721baab" providerId="ADAL" clId="{36A358D3-DC8E-479D-8228-1F85A65CAE32}" dt="2026-05-31T15:43:31.954" v="495" actId="1076"/>
          <ac:spMkLst>
            <pc:docMk/>
            <pc:sldMk cId="2553842121" sldId="2147474857"/>
            <ac:spMk id="19" creationId="{C36913D7-B34A-6243-AC65-050D16E35DDE}"/>
          </ac:spMkLst>
        </pc:spChg>
        <pc:spChg chg="mod topLvl">
          <ac:chgData name="Temitope  Oluwasanu" userId="087d8b91-9dad-4b7c-9f60-ba57d721baab" providerId="ADAL" clId="{36A358D3-DC8E-479D-8228-1F85A65CAE32}" dt="2026-05-31T15:43:33.388" v="496" actId="108"/>
          <ac:spMkLst>
            <pc:docMk/>
            <pc:sldMk cId="2553842121" sldId="2147474857"/>
            <ac:spMk id="20" creationId="{9E25E42B-1E40-63AF-4C04-6A121AA81693}"/>
          </ac:spMkLst>
        </pc:spChg>
        <pc:spChg chg="mod topLvl">
          <ac:chgData name="Temitope  Oluwasanu" userId="087d8b91-9dad-4b7c-9f60-ba57d721baab" providerId="ADAL" clId="{36A358D3-DC8E-479D-8228-1F85A65CAE32}" dt="2026-05-31T15:41:09.167" v="489" actId="108"/>
          <ac:spMkLst>
            <pc:docMk/>
            <pc:sldMk cId="2553842121" sldId="2147474857"/>
            <ac:spMk id="21" creationId="{FFAC7BE2-F452-0960-3A3D-863046551A69}"/>
          </ac:spMkLst>
        </pc:spChg>
        <pc:spChg chg="mod topLvl">
          <ac:chgData name="Temitope  Oluwasanu" userId="087d8b91-9dad-4b7c-9f60-ba57d721baab" providerId="ADAL" clId="{36A358D3-DC8E-479D-8228-1F85A65CAE32}" dt="2026-05-31T15:43:51.364" v="501" actId="1076"/>
          <ac:spMkLst>
            <pc:docMk/>
            <pc:sldMk cId="2553842121" sldId="2147474857"/>
            <ac:spMk id="22" creationId="{4A839DC4-5A54-D47C-0B8A-F55234D28A4A}"/>
          </ac:spMkLst>
        </pc:spChg>
        <pc:spChg chg="mod topLvl">
          <ac:chgData name="Temitope  Oluwasanu" userId="087d8b91-9dad-4b7c-9f60-ba57d721baab" providerId="ADAL" clId="{36A358D3-DC8E-479D-8228-1F85A65CAE32}" dt="2026-05-31T15:43:53.147" v="502" actId="108"/>
          <ac:spMkLst>
            <pc:docMk/>
            <pc:sldMk cId="2553842121" sldId="2147474857"/>
            <ac:spMk id="23" creationId="{59BC01AE-F764-C398-1C24-0E8C3204B74B}"/>
          </ac:spMkLst>
        </pc:spChg>
        <pc:spChg chg="mod topLvl">
          <ac:chgData name="Temitope  Oluwasanu" userId="087d8b91-9dad-4b7c-9f60-ba57d721baab" providerId="ADAL" clId="{36A358D3-DC8E-479D-8228-1F85A65CAE32}" dt="2026-05-31T15:43:43.863" v="498" actId="108"/>
          <ac:spMkLst>
            <pc:docMk/>
            <pc:sldMk cId="2553842121" sldId="2147474857"/>
            <ac:spMk id="24" creationId="{1C91F9B8-6B0B-4124-F61B-9EAF38DC1523}"/>
          </ac:spMkLst>
        </pc:spChg>
        <pc:spChg chg="mod">
          <ac:chgData name="Temitope  Oluwasanu" userId="087d8b91-9dad-4b7c-9f60-ba57d721baab" providerId="ADAL" clId="{36A358D3-DC8E-479D-8228-1F85A65CAE32}" dt="2026-05-31T15:43:55.595" v="503" actId="108"/>
          <ac:spMkLst>
            <pc:docMk/>
            <pc:sldMk cId="2553842121" sldId="2147474857"/>
            <ac:spMk id="25" creationId="{313052ED-975A-E765-5946-95A7A0312EDC}"/>
          </ac:spMkLst>
        </pc:spChg>
        <pc:spChg chg="mod topLvl">
          <ac:chgData name="Temitope  Oluwasanu" userId="087d8b91-9dad-4b7c-9f60-ba57d721baab" providerId="ADAL" clId="{36A358D3-DC8E-479D-8228-1F85A65CAE32}" dt="2026-05-30T15:02:55.160" v="107" actId="2711"/>
          <ac:spMkLst>
            <pc:docMk/>
            <pc:sldMk cId="2553842121" sldId="2147474857"/>
            <ac:spMk id="29" creationId="{752F8281-A536-2A1C-67D9-32E66F088EF1}"/>
          </ac:spMkLst>
        </pc:spChg>
        <pc:spChg chg="mod topLvl">
          <ac:chgData name="Temitope  Oluwasanu" userId="087d8b91-9dad-4b7c-9f60-ba57d721baab" providerId="ADAL" clId="{36A358D3-DC8E-479D-8228-1F85A65CAE32}" dt="2026-05-30T15:02:55.160" v="107" actId="2711"/>
          <ac:spMkLst>
            <pc:docMk/>
            <pc:sldMk cId="2553842121" sldId="2147474857"/>
            <ac:spMk id="32" creationId="{54E8591C-9981-3F0B-5B77-B21FAA54A91C}"/>
          </ac:spMkLst>
        </pc:spChg>
        <pc:spChg chg="mod topLvl">
          <ac:chgData name="Temitope  Oluwasanu" userId="087d8b91-9dad-4b7c-9f60-ba57d721baab" providerId="ADAL" clId="{36A358D3-DC8E-479D-8228-1F85A65CAE32}" dt="2026-05-31T15:37:26.532" v="473" actId="108"/>
          <ac:spMkLst>
            <pc:docMk/>
            <pc:sldMk cId="2553842121" sldId="2147474857"/>
            <ac:spMk id="42" creationId="{6EEC7C3C-FC13-2A3E-8489-AE7EF235D19F}"/>
          </ac:spMkLst>
        </pc:spChg>
        <pc:spChg chg="mod topLvl">
          <ac:chgData name="Temitope  Oluwasanu" userId="087d8b91-9dad-4b7c-9f60-ba57d721baab" providerId="ADAL" clId="{36A358D3-DC8E-479D-8228-1F85A65CAE32}" dt="2026-05-31T15:37:05.573" v="468" actId="108"/>
          <ac:spMkLst>
            <pc:docMk/>
            <pc:sldMk cId="2553842121" sldId="2147474857"/>
            <ac:spMk id="43" creationId="{C2781B46-7C4F-B480-26CD-6A57B2D116B4}"/>
          </ac:spMkLst>
        </pc:spChg>
        <pc:spChg chg="mod topLvl">
          <ac:chgData name="Temitope  Oluwasanu" userId="087d8b91-9dad-4b7c-9f60-ba57d721baab" providerId="ADAL" clId="{36A358D3-DC8E-479D-8228-1F85A65CAE32}" dt="2026-05-31T15:37:10.520" v="469" actId="108"/>
          <ac:spMkLst>
            <pc:docMk/>
            <pc:sldMk cId="2553842121" sldId="2147474857"/>
            <ac:spMk id="44" creationId="{FDAAB771-52D4-7D57-6680-DB7B7718C3AF}"/>
          </ac:spMkLst>
        </pc:spChg>
        <pc:spChg chg="mod topLvl">
          <ac:chgData name="Temitope  Oluwasanu" userId="087d8b91-9dad-4b7c-9f60-ba57d721baab" providerId="ADAL" clId="{36A358D3-DC8E-479D-8228-1F85A65CAE32}" dt="2026-05-31T15:36:57.409" v="467" actId="108"/>
          <ac:spMkLst>
            <pc:docMk/>
            <pc:sldMk cId="2553842121" sldId="2147474857"/>
            <ac:spMk id="45" creationId="{6C732E9E-F486-A596-045F-3388755EA093}"/>
          </ac:spMkLst>
        </pc:spChg>
        <pc:spChg chg="mod topLvl">
          <ac:chgData name="Temitope  Oluwasanu" userId="087d8b91-9dad-4b7c-9f60-ba57d721baab" providerId="ADAL" clId="{36A358D3-DC8E-479D-8228-1F85A65CAE32}" dt="2026-05-31T15:37:57.206" v="482" actId="108"/>
          <ac:spMkLst>
            <pc:docMk/>
            <pc:sldMk cId="2553842121" sldId="2147474857"/>
            <ac:spMk id="46" creationId="{682A7E3F-41D6-B271-30BB-64D3E925D2DE}"/>
          </ac:spMkLst>
        </pc:spChg>
        <pc:spChg chg="mod topLvl">
          <ac:chgData name="Temitope  Oluwasanu" userId="087d8b91-9dad-4b7c-9f60-ba57d721baab" providerId="ADAL" clId="{36A358D3-DC8E-479D-8228-1F85A65CAE32}" dt="2026-05-31T15:36:57.409" v="467" actId="108"/>
          <ac:spMkLst>
            <pc:docMk/>
            <pc:sldMk cId="2553842121" sldId="2147474857"/>
            <ac:spMk id="47" creationId="{2FEE6C6F-1D7F-D03F-3DBD-221839BB1677}"/>
          </ac:spMkLst>
        </pc:spChg>
        <pc:spChg chg="mod">
          <ac:chgData name="Temitope  Oluwasanu" userId="087d8b91-9dad-4b7c-9f60-ba57d721baab" providerId="ADAL" clId="{36A358D3-DC8E-479D-8228-1F85A65CAE32}" dt="2026-05-31T15:37:27.963" v="474" actId="108"/>
          <ac:spMkLst>
            <pc:docMk/>
            <pc:sldMk cId="2553842121" sldId="2147474857"/>
            <ac:spMk id="48" creationId="{343C0BE5-3050-97F4-03C5-31E42E1CA6B9}"/>
          </ac:spMkLst>
        </pc:spChg>
        <pc:spChg chg="mod topLvl">
          <ac:chgData name="Temitope  Oluwasanu" userId="087d8b91-9dad-4b7c-9f60-ba57d721baab" providerId="ADAL" clId="{36A358D3-DC8E-479D-8228-1F85A65CAE32}" dt="2026-05-31T15:37:40.437" v="477" actId="108"/>
          <ac:spMkLst>
            <pc:docMk/>
            <pc:sldMk cId="2553842121" sldId="2147474857"/>
            <ac:spMk id="49" creationId="{008EA6C6-534B-879B-7C87-4260886F5E71}"/>
          </ac:spMkLst>
        </pc:spChg>
        <pc:spChg chg="mod">
          <ac:chgData name="Temitope  Oluwasanu" userId="087d8b91-9dad-4b7c-9f60-ba57d721baab" providerId="ADAL" clId="{36A358D3-DC8E-479D-8228-1F85A65CAE32}" dt="2026-05-31T15:37:43.835" v="479" actId="1076"/>
          <ac:spMkLst>
            <pc:docMk/>
            <pc:sldMk cId="2553842121" sldId="2147474857"/>
            <ac:spMk id="50" creationId="{63415E36-6956-6778-8015-5E10A7A7CEA5}"/>
          </ac:spMkLst>
        </pc:spChg>
        <pc:spChg chg="mod topLvl">
          <ac:chgData name="Temitope  Oluwasanu" userId="087d8b91-9dad-4b7c-9f60-ba57d721baab" providerId="ADAL" clId="{36A358D3-DC8E-479D-8228-1F85A65CAE32}" dt="2026-05-31T15:37:46.723" v="480" actId="108"/>
          <ac:spMkLst>
            <pc:docMk/>
            <pc:sldMk cId="2553842121" sldId="2147474857"/>
            <ac:spMk id="51" creationId="{EBAB8102-3E2B-9A0B-CFCA-3354EA0601B4}"/>
          </ac:spMkLst>
        </pc:spChg>
        <pc:spChg chg="mod topLvl">
          <ac:chgData name="Temitope  Oluwasanu" userId="087d8b91-9dad-4b7c-9f60-ba57d721baab" providerId="ADAL" clId="{36A358D3-DC8E-479D-8228-1F85A65CAE32}" dt="2026-05-31T15:37:32.582" v="476" actId="108"/>
          <ac:spMkLst>
            <pc:docMk/>
            <pc:sldMk cId="2553842121" sldId="2147474857"/>
            <ac:spMk id="52" creationId="{E6D1484E-E142-A451-AE66-EF526730CBA3}"/>
          </ac:spMkLst>
        </pc:spChg>
        <pc:spChg chg="mod topLvl">
          <ac:chgData name="Temitope  Oluwasanu" userId="087d8b91-9dad-4b7c-9f60-ba57d721baab" providerId="ADAL" clId="{36A358D3-DC8E-479D-8228-1F85A65CAE32}" dt="2026-05-31T15:37:49.966" v="481" actId="108"/>
          <ac:spMkLst>
            <pc:docMk/>
            <pc:sldMk cId="2553842121" sldId="2147474857"/>
            <ac:spMk id="53" creationId="{7E496BDD-1A68-B04D-B5FF-00E3EF1026D5}"/>
          </ac:spMkLst>
        </pc:spChg>
        <pc:spChg chg="mod topLvl">
          <ac:chgData name="Temitope  Oluwasanu" userId="087d8b91-9dad-4b7c-9f60-ba57d721baab" providerId="ADAL" clId="{36A358D3-DC8E-479D-8228-1F85A65CAE32}" dt="2026-05-30T15:02:55.160" v="107" actId="2711"/>
          <ac:spMkLst>
            <pc:docMk/>
            <pc:sldMk cId="2553842121" sldId="2147474857"/>
            <ac:spMk id="61" creationId="{A2813364-E002-06BA-015A-616FAA2F289A}"/>
          </ac:spMkLst>
        </pc:spChg>
        <pc:spChg chg="mod topLvl">
          <ac:chgData name="Temitope  Oluwasanu" userId="087d8b91-9dad-4b7c-9f60-ba57d721baab" providerId="ADAL" clId="{36A358D3-DC8E-479D-8228-1F85A65CAE32}" dt="2026-05-30T15:02:08.651" v="102" actId="165"/>
          <ac:spMkLst>
            <pc:docMk/>
            <pc:sldMk cId="2553842121" sldId="2147474857"/>
            <ac:spMk id="67" creationId="{BB0A2F03-4640-7345-D87B-66686BE70CB8}"/>
          </ac:spMkLst>
        </pc:spChg>
        <pc:spChg chg="mod topLvl">
          <ac:chgData name="Temitope  Oluwasanu" userId="087d8b91-9dad-4b7c-9f60-ba57d721baab" providerId="ADAL" clId="{36A358D3-DC8E-479D-8228-1F85A65CAE32}" dt="2026-05-30T15:02:55.160" v="107" actId="2711"/>
          <ac:spMkLst>
            <pc:docMk/>
            <pc:sldMk cId="2553842121" sldId="2147474857"/>
            <ac:spMk id="70" creationId="{AC67B547-BB89-30D6-37CA-46C090907B56}"/>
          </ac:spMkLst>
        </pc:spChg>
        <pc:spChg chg="mod topLvl">
          <ac:chgData name="Temitope  Oluwasanu" userId="087d8b91-9dad-4b7c-9f60-ba57d721baab" providerId="ADAL" clId="{36A358D3-DC8E-479D-8228-1F85A65CAE32}" dt="2026-05-30T15:02:55.160" v="107" actId="2711"/>
          <ac:spMkLst>
            <pc:docMk/>
            <pc:sldMk cId="2553842121" sldId="2147474857"/>
            <ac:spMk id="75" creationId="{B9D93519-72EE-1C0B-D94B-BA4E301D513F}"/>
          </ac:spMkLst>
        </pc:spChg>
        <pc:spChg chg="mod">
          <ac:chgData name="Temitope  Oluwasanu" userId="087d8b91-9dad-4b7c-9f60-ba57d721baab" providerId="ADAL" clId="{36A358D3-DC8E-479D-8228-1F85A65CAE32}" dt="2026-05-30T14:54:03.795" v="75" actId="2711"/>
          <ac:spMkLst>
            <pc:docMk/>
            <pc:sldMk cId="2553842121" sldId="2147474857"/>
            <ac:spMk id="76" creationId="{A4AA8B6C-8D5F-015E-E77B-95AC7A40B7D0}"/>
          </ac:spMkLst>
        </pc:spChg>
        <pc:spChg chg="add mod">
          <ac:chgData name="Temitope  Oluwasanu" userId="087d8b91-9dad-4b7c-9f60-ba57d721baab" providerId="ADAL" clId="{36A358D3-DC8E-479D-8228-1F85A65CAE32}" dt="2026-05-30T15:02:55.160" v="107" actId="2711"/>
          <ac:spMkLst>
            <pc:docMk/>
            <pc:sldMk cId="2553842121" sldId="2147474857"/>
            <ac:spMk id="80" creationId="{6877B005-3E27-BEBC-3DF4-155714EEDFBD}"/>
          </ac:spMkLst>
        </pc:spChg>
        <pc:spChg chg="add mod">
          <ac:chgData name="Temitope  Oluwasanu" userId="087d8b91-9dad-4b7c-9f60-ba57d721baab" providerId="ADAL" clId="{36A358D3-DC8E-479D-8228-1F85A65CAE32}" dt="2026-05-31T15:46:06.209" v="533" actId="164"/>
          <ac:spMkLst>
            <pc:docMk/>
            <pc:sldMk cId="2553842121" sldId="2147474857"/>
            <ac:spMk id="82" creationId="{9ECD1F04-259D-64B7-BA5E-0AC1C3FC7277}"/>
          </ac:spMkLst>
        </pc:spChg>
        <pc:spChg chg="add mod">
          <ac:chgData name="Temitope  Oluwasanu" userId="087d8b91-9dad-4b7c-9f60-ba57d721baab" providerId="ADAL" clId="{36A358D3-DC8E-479D-8228-1F85A65CAE32}" dt="2026-05-31T15:46:06.209" v="533" actId="164"/>
          <ac:spMkLst>
            <pc:docMk/>
            <pc:sldMk cId="2553842121" sldId="2147474857"/>
            <ac:spMk id="84" creationId="{3778A72B-954C-6466-9CDD-785F4AEAE15F}"/>
          </ac:spMkLst>
        </pc:spChg>
        <pc:spChg chg="mod topLvl">
          <ac:chgData name="Temitope  Oluwasanu" userId="087d8b91-9dad-4b7c-9f60-ba57d721baab" providerId="ADAL" clId="{36A358D3-DC8E-479D-8228-1F85A65CAE32}" dt="2026-05-31T15:47:05.962" v="566" actId="164"/>
          <ac:spMkLst>
            <pc:docMk/>
            <pc:sldMk cId="2553842121" sldId="2147474857"/>
            <ac:spMk id="87" creationId="{B486758B-35A5-D6B7-F6DB-7E02A2A0F45A}"/>
          </ac:spMkLst>
        </pc:spChg>
        <pc:spChg chg="mod topLvl">
          <ac:chgData name="Temitope  Oluwasanu" userId="087d8b91-9dad-4b7c-9f60-ba57d721baab" providerId="ADAL" clId="{36A358D3-DC8E-479D-8228-1F85A65CAE32}" dt="2026-05-31T15:47:05.962" v="566" actId="164"/>
          <ac:spMkLst>
            <pc:docMk/>
            <pc:sldMk cId="2553842121" sldId="2147474857"/>
            <ac:spMk id="88" creationId="{C4B7410C-8BEB-D244-EBF0-F6D625830D0A}"/>
          </ac:spMkLst>
        </pc:spChg>
        <pc:spChg chg="mod">
          <ac:chgData name="Temitope  Oluwasanu" userId="087d8b91-9dad-4b7c-9f60-ba57d721baab" providerId="ADAL" clId="{36A358D3-DC8E-479D-8228-1F85A65CAE32}" dt="2026-05-30T14:56:28.288" v="100" actId="20577"/>
          <ac:spMkLst>
            <pc:docMk/>
            <pc:sldMk cId="2553842121" sldId="2147474857"/>
            <ac:spMk id="123" creationId="{244D6D52-DC38-CD59-2DA5-E47191642B40}"/>
          </ac:spMkLst>
        </pc:spChg>
        <pc:grpChg chg="add mod">
          <ac:chgData name="Temitope  Oluwasanu" userId="087d8b91-9dad-4b7c-9f60-ba57d721baab" providerId="ADAL" clId="{36A358D3-DC8E-479D-8228-1F85A65CAE32}" dt="2026-05-31T15:47:17.643" v="569" actId="164"/>
          <ac:grpSpMkLst>
            <pc:docMk/>
            <pc:sldMk cId="2553842121" sldId="2147474857"/>
            <ac:grpSpMk id="85" creationId="{AB0227BE-C346-DF50-DA9A-C4AFB9FD092D}"/>
          </ac:grpSpMkLst>
        </pc:grpChg>
        <pc:grpChg chg="add mod">
          <ac:chgData name="Temitope  Oluwasanu" userId="087d8b91-9dad-4b7c-9f60-ba57d721baab" providerId="ADAL" clId="{36A358D3-DC8E-479D-8228-1F85A65CAE32}" dt="2026-05-31T15:47:17.643" v="569" actId="164"/>
          <ac:grpSpMkLst>
            <pc:docMk/>
            <pc:sldMk cId="2553842121" sldId="2147474857"/>
            <ac:grpSpMk id="89" creationId="{9598FBE0-C9ED-1A7C-D3C0-E52C00E7A2DB}"/>
          </ac:grpSpMkLst>
        </pc:grpChg>
        <pc:grpChg chg="add mod">
          <ac:chgData name="Temitope  Oluwasanu" userId="087d8b91-9dad-4b7c-9f60-ba57d721baab" providerId="ADAL" clId="{36A358D3-DC8E-479D-8228-1F85A65CAE32}" dt="2026-05-31T15:47:17.643" v="569" actId="164"/>
          <ac:grpSpMkLst>
            <pc:docMk/>
            <pc:sldMk cId="2553842121" sldId="2147474857"/>
            <ac:grpSpMk id="90" creationId="{8D1EC558-03E2-AEA5-91EC-139697E12ADB}"/>
          </ac:grpSpMkLst>
        </pc:grpChg>
      </pc:sldChg>
      <pc:sldChg chg="addSp delSp modSp add mod modShow">
        <pc:chgData name="Temitope  Oluwasanu" userId="087d8b91-9dad-4b7c-9f60-ba57d721baab" providerId="ADAL" clId="{36A358D3-DC8E-479D-8228-1F85A65CAE32}" dt="2026-05-31T16:29:17.971" v="1196" actId="34476"/>
        <pc:sldMkLst>
          <pc:docMk/>
          <pc:sldMk cId="1656686844" sldId="2147474859"/>
        </pc:sldMkLst>
        <pc:spChg chg="mod">
          <ac:chgData name="Temitope  Oluwasanu" userId="087d8b91-9dad-4b7c-9f60-ba57d721baab" providerId="ADAL" clId="{36A358D3-DC8E-479D-8228-1F85A65CAE32}" dt="2026-05-31T16:16:19.391" v="1022" actId="14100"/>
          <ac:spMkLst>
            <pc:docMk/>
            <pc:sldMk cId="1656686844" sldId="2147474859"/>
            <ac:spMk id="3" creationId="{3B591759-DEEF-9BCF-2B6A-C4DFBBD5369C}"/>
          </ac:spMkLst>
        </pc:spChg>
        <pc:spChg chg="mod topLvl">
          <ac:chgData name="Temitope  Oluwasanu" userId="087d8b91-9dad-4b7c-9f60-ba57d721baab" providerId="ADAL" clId="{36A358D3-DC8E-479D-8228-1F85A65CAE32}" dt="2026-05-31T16:28:45.147" v="1191" actId="165"/>
          <ac:spMkLst>
            <pc:docMk/>
            <pc:sldMk cId="1656686844" sldId="2147474859"/>
            <ac:spMk id="4" creationId="{D80E2EBC-B694-B194-4E51-8EA7D7525D2C}"/>
          </ac:spMkLst>
        </pc:spChg>
        <pc:spChg chg="mod topLvl">
          <ac:chgData name="Temitope  Oluwasanu" userId="087d8b91-9dad-4b7c-9f60-ba57d721baab" providerId="ADAL" clId="{36A358D3-DC8E-479D-8228-1F85A65CAE32}" dt="2026-05-31T16:28:45.147" v="1191" actId="165"/>
          <ac:spMkLst>
            <pc:docMk/>
            <pc:sldMk cId="1656686844" sldId="2147474859"/>
            <ac:spMk id="5" creationId="{39EA5266-9A33-5F66-4235-DC642C80A0C5}"/>
          </ac:spMkLst>
        </pc:spChg>
        <pc:spChg chg="mod topLvl">
          <ac:chgData name="Temitope  Oluwasanu" userId="087d8b91-9dad-4b7c-9f60-ba57d721baab" providerId="ADAL" clId="{36A358D3-DC8E-479D-8228-1F85A65CAE32}" dt="2026-05-31T16:28:45.147" v="1191" actId="165"/>
          <ac:spMkLst>
            <pc:docMk/>
            <pc:sldMk cId="1656686844" sldId="2147474859"/>
            <ac:spMk id="6" creationId="{32577BEB-6694-618B-E93A-19CBF3C78AA7}"/>
          </ac:spMkLst>
        </pc:spChg>
        <pc:spChg chg="mod topLvl">
          <ac:chgData name="Temitope  Oluwasanu" userId="087d8b91-9dad-4b7c-9f60-ba57d721baab" providerId="ADAL" clId="{36A358D3-DC8E-479D-8228-1F85A65CAE32}" dt="2026-05-31T16:28:45.147" v="1191" actId="165"/>
          <ac:spMkLst>
            <pc:docMk/>
            <pc:sldMk cId="1656686844" sldId="2147474859"/>
            <ac:spMk id="7" creationId="{CCAB9297-F104-AB40-3195-6B536E964AD0}"/>
          </ac:spMkLst>
        </pc:spChg>
        <pc:spChg chg="mod topLvl">
          <ac:chgData name="Temitope  Oluwasanu" userId="087d8b91-9dad-4b7c-9f60-ba57d721baab" providerId="ADAL" clId="{36A358D3-DC8E-479D-8228-1F85A65CAE32}" dt="2026-05-31T16:28:45.147" v="1191" actId="165"/>
          <ac:spMkLst>
            <pc:docMk/>
            <pc:sldMk cId="1656686844" sldId="2147474859"/>
            <ac:spMk id="9" creationId="{04DE57E4-501A-D8A4-325C-ED4C75633AD7}"/>
          </ac:spMkLst>
        </pc:spChg>
        <pc:spChg chg="mod topLvl">
          <ac:chgData name="Temitope  Oluwasanu" userId="087d8b91-9dad-4b7c-9f60-ba57d721baab" providerId="ADAL" clId="{36A358D3-DC8E-479D-8228-1F85A65CAE32}" dt="2026-05-31T16:28:55.106" v="1192" actId="108"/>
          <ac:spMkLst>
            <pc:docMk/>
            <pc:sldMk cId="1656686844" sldId="2147474859"/>
            <ac:spMk id="10" creationId="{C4609E96-9A11-0969-7372-E2D1F24B1C57}"/>
          </ac:spMkLst>
        </pc:spChg>
        <pc:spChg chg="mod topLvl">
          <ac:chgData name="Temitope  Oluwasanu" userId="087d8b91-9dad-4b7c-9f60-ba57d721baab" providerId="ADAL" clId="{36A358D3-DC8E-479D-8228-1F85A65CAE32}" dt="2026-05-31T16:28:45.147" v="1191" actId="165"/>
          <ac:spMkLst>
            <pc:docMk/>
            <pc:sldMk cId="1656686844" sldId="2147474859"/>
            <ac:spMk id="11" creationId="{D613EC83-BFC8-E05F-C30D-6318A8F57EFA}"/>
          </ac:spMkLst>
        </pc:spChg>
        <pc:spChg chg="mod topLvl">
          <ac:chgData name="Temitope  Oluwasanu" userId="087d8b91-9dad-4b7c-9f60-ba57d721baab" providerId="ADAL" clId="{36A358D3-DC8E-479D-8228-1F85A65CAE32}" dt="2026-05-31T16:20:00.357" v="1075" actId="1076"/>
          <ac:spMkLst>
            <pc:docMk/>
            <pc:sldMk cId="1656686844" sldId="2147474859"/>
            <ac:spMk id="12" creationId="{F30CE0CF-1D8E-5CBF-B547-977C0385655A}"/>
          </ac:spMkLst>
        </pc:spChg>
        <pc:spChg chg="mod">
          <ac:chgData name="Temitope  Oluwasanu" userId="087d8b91-9dad-4b7c-9f60-ba57d721baab" providerId="ADAL" clId="{36A358D3-DC8E-479D-8228-1F85A65CAE32}" dt="2026-05-31T16:21:48.100" v="1106" actId="20577"/>
          <ac:spMkLst>
            <pc:docMk/>
            <pc:sldMk cId="1656686844" sldId="2147474859"/>
            <ac:spMk id="14" creationId="{02952B3D-B364-219C-5E9C-F73211D63938}"/>
          </ac:spMkLst>
        </pc:spChg>
        <pc:spChg chg="mod topLvl">
          <ac:chgData name="Temitope  Oluwasanu" userId="087d8b91-9dad-4b7c-9f60-ba57d721baab" providerId="ADAL" clId="{36A358D3-DC8E-479D-8228-1F85A65CAE32}" dt="2026-05-31T16:17:01.300" v="1025" actId="165"/>
          <ac:spMkLst>
            <pc:docMk/>
            <pc:sldMk cId="1656686844" sldId="2147474859"/>
            <ac:spMk id="15" creationId="{3C002FAC-18AE-4A5C-C5D8-913F3E4E2A0E}"/>
          </ac:spMkLst>
        </pc:spChg>
        <pc:spChg chg="mod topLvl">
          <ac:chgData name="Temitope  Oluwasanu" userId="087d8b91-9dad-4b7c-9f60-ba57d721baab" providerId="ADAL" clId="{36A358D3-DC8E-479D-8228-1F85A65CAE32}" dt="2026-05-31T16:17:01.300" v="1025" actId="165"/>
          <ac:spMkLst>
            <pc:docMk/>
            <pc:sldMk cId="1656686844" sldId="2147474859"/>
            <ac:spMk id="20" creationId="{4C1F19C1-800C-B4B2-0E12-3EC55D493731}"/>
          </ac:spMkLst>
        </pc:spChg>
        <pc:spChg chg="mod topLvl">
          <ac:chgData name="Temitope  Oluwasanu" userId="087d8b91-9dad-4b7c-9f60-ba57d721baab" providerId="ADAL" clId="{36A358D3-DC8E-479D-8228-1F85A65CAE32}" dt="2026-05-31T16:16:08.401" v="1020" actId="165"/>
          <ac:spMkLst>
            <pc:docMk/>
            <pc:sldMk cId="1656686844" sldId="2147474859"/>
            <ac:spMk id="21" creationId="{D5FDA0A0-1A4F-06E9-9C1F-603004BC80F4}"/>
          </ac:spMkLst>
        </pc:spChg>
        <pc:spChg chg="mod topLvl">
          <ac:chgData name="Temitope  Oluwasanu" userId="087d8b91-9dad-4b7c-9f60-ba57d721baab" providerId="ADAL" clId="{36A358D3-DC8E-479D-8228-1F85A65CAE32}" dt="2026-05-31T16:21:55.271" v="1112" actId="20577"/>
          <ac:spMkLst>
            <pc:docMk/>
            <pc:sldMk cId="1656686844" sldId="2147474859"/>
            <ac:spMk id="22" creationId="{2FE078E0-674D-0FC3-A3B3-8FAAFD049C77}"/>
          </ac:spMkLst>
        </pc:spChg>
        <pc:spChg chg="mod topLvl">
          <ac:chgData name="Temitope  Oluwasanu" userId="087d8b91-9dad-4b7c-9f60-ba57d721baab" providerId="ADAL" clId="{36A358D3-DC8E-479D-8228-1F85A65CAE32}" dt="2026-05-31T16:16:08.401" v="1020" actId="165"/>
          <ac:spMkLst>
            <pc:docMk/>
            <pc:sldMk cId="1656686844" sldId="2147474859"/>
            <ac:spMk id="23" creationId="{70AF8C46-7E6D-2833-4333-11FD6A9E6C7E}"/>
          </ac:spMkLst>
        </pc:spChg>
        <pc:spChg chg="mod topLvl">
          <ac:chgData name="Temitope  Oluwasanu" userId="087d8b91-9dad-4b7c-9f60-ba57d721baab" providerId="ADAL" clId="{36A358D3-DC8E-479D-8228-1F85A65CAE32}" dt="2026-05-31T16:17:01.300" v="1025" actId="165"/>
          <ac:spMkLst>
            <pc:docMk/>
            <pc:sldMk cId="1656686844" sldId="2147474859"/>
            <ac:spMk id="26" creationId="{F1BBAB04-CD32-2F7A-BAAE-4D412B6D0FBD}"/>
          </ac:spMkLst>
        </pc:spChg>
        <pc:spChg chg="mod topLvl">
          <ac:chgData name="Temitope  Oluwasanu" userId="087d8b91-9dad-4b7c-9f60-ba57d721baab" providerId="ADAL" clId="{36A358D3-DC8E-479D-8228-1F85A65CAE32}" dt="2026-05-31T16:21:59.255" v="1114" actId="20577"/>
          <ac:spMkLst>
            <pc:docMk/>
            <pc:sldMk cId="1656686844" sldId="2147474859"/>
            <ac:spMk id="30" creationId="{AE2E894C-2EAC-6A64-0857-29BC9DD55B42}"/>
          </ac:spMkLst>
        </pc:spChg>
        <pc:spChg chg="mod">
          <ac:chgData name="Temitope  Oluwasanu" userId="087d8b91-9dad-4b7c-9f60-ba57d721baab" providerId="ADAL" clId="{36A358D3-DC8E-479D-8228-1F85A65CAE32}" dt="2026-05-30T15:43:20.224" v="292" actId="2711"/>
          <ac:spMkLst>
            <pc:docMk/>
            <pc:sldMk cId="1656686844" sldId="2147474859"/>
            <ac:spMk id="31" creationId="{DBFACABD-0073-AC2D-AC61-824AF44B430F}"/>
          </ac:spMkLst>
        </pc:spChg>
        <pc:spChg chg="mod topLvl">
          <ac:chgData name="Temitope  Oluwasanu" userId="087d8b91-9dad-4b7c-9f60-ba57d721baab" providerId="ADAL" clId="{36A358D3-DC8E-479D-8228-1F85A65CAE32}" dt="2026-05-31T16:17:01.300" v="1025" actId="165"/>
          <ac:spMkLst>
            <pc:docMk/>
            <pc:sldMk cId="1656686844" sldId="2147474859"/>
            <ac:spMk id="33" creationId="{AC8DB115-D584-AFC7-CEFB-83A07DC556EF}"/>
          </ac:spMkLst>
        </pc:spChg>
        <pc:spChg chg="mod">
          <ac:chgData name="Temitope  Oluwasanu" userId="087d8b91-9dad-4b7c-9f60-ba57d721baab" providerId="ADAL" clId="{36A358D3-DC8E-479D-8228-1F85A65CAE32}" dt="2026-05-30T15:43:20.224" v="292" actId="2711"/>
          <ac:spMkLst>
            <pc:docMk/>
            <pc:sldMk cId="1656686844" sldId="2147474859"/>
            <ac:spMk id="35" creationId="{ADD38E3C-FD32-4C31-FBF6-1DDA6EDFF755}"/>
          </ac:spMkLst>
        </pc:spChg>
        <pc:spChg chg="mod">
          <ac:chgData name="Temitope  Oluwasanu" userId="087d8b91-9dad-4b7c-9f60-ba57d721baab" providerId="ADAL" clId="{36A358D3-DC8E-479D-8228-1F85A65CAE32}" dt="2026-05-31T16:27:13.422" v="1186" actId="1036"/>
          <ac:spMkLst>
            <pc:docMk/>
            <pc:sldMk cId="1656686844" sldId="2147474859"/>
            <ac:spMk id="36" creationId="{0905DBDD-4617-33C9-BA45-D81E4879233C}"/>
          </ac:spMkLst>
        </pc:spChg>
        <pc:spChg chg="mod topLvl">
          <ac:chgData name="Temitope  Oluwasanu" userId="087d8b91-9dad-4b7c-9f60-ba57d721baab" providerId="ADAL" clId="{36A358D3-DC8E-479D-8228-1F85A65CAE32}" dt="2026-05-31T16:27:13.422" v="1186" actId="1036"/>
          <ac:spMkLst>
            <pc:docMk/>
            <pc:sldMk cId="1656686844" sldId="2147474859"/>
            <ac:spMk id="37" creationId="{EEF1EA73-FE84-20F3-CBD2-A8E77CD00DF0}"/>
          </ac:spMkLst>
        </pc:spChg>
        <pc:spChg chg="mod topLvl">
          <ac:chgData name="Temitope  Oluwasanu" userId="087d8b91-9dad-4b7c-9f60-ba57d721baab" providerId="ADAL" clId="{36A358D3-DC8E-479D-8228-1F85A65CAE32}" dt="2026-05-31T16:27:13.422" v="1186" actId="1036"/>
          <ac:spMkLst>
            <pc:docMk/>
            <pc:sldMk cId="1656686844" sldId="2147474859"/>
            <ac:spMk id="38" creationId="{8FE77A44-F592-E9F0-6A94-3437BCE77980}"/>
          </ac:spMkLst>
        </pc:spChg>
        <pc:spChg chg="mod topLvl">
          <ac:chgData name="Temitope  Oluwasanu" userId="087d8b91-9dad-4b7c-9f60-ba57d721baab" providerId="ADAL" clId="{36A358D3-DC8E-479D-8228-1F85A65CAE32}" dt="2026-05-31T16:27:13.422" v="1186" actId="1036"/>
          <ac:spMkLst>
            <pc:docMk/>
            <pc:sldMk cId="1656686844" sldId="2147474859"/>
            <ac:spMk id="39" creationId="{3ACD604D-9129-E929-1BF7-6C794B2C7275}"/>
          </ac:spMkLst>
        </pc:spChg>
        <pc:spChg chg="mod">
          <ac:chgData name="Temitope  Oluwasanu" userId="087d8b91-9dad-4b7c-9f60-ba57d721baab" providerId="ADAL" clId="{36A358D3-DC8E-479D-8228-1F85A65CAE32}" dt="2026-05-31T16:27:13.422" v="1186" actId="1036"/>
          <ac:spMkLst>
            <pc:docMk/>
            <pc:sldMk cId="1656686844" sldId="2147474859"/>
            <ac:spMk id="41" creationId="{6D36A73E-A604-C178-DBB1-DECDA42DC57C}"/>
          </ac:spMkLst>
        </pc:spChg>
        <pc:spChg chg="mod topLvl">
          <ac:chgData name="Temitope  Oluwasanu" userId="087d8b91-9dad-4b7c-9f60-ba57d721baab" providerId="ADAL" clId="{36A358D3-DC8E-479D-8228-1F85A65CAE32}" dt="2026-05-31T16:27:13.422" v="1186" actId="1036"/>
          <ac:spMkLst>
            <pc:docMk/>
            <pc:sldMk cId="1656686844" sldId="2147474859"/>
            <ac:spMk id="42" creationId="{3FC0128B-E0E6-62DF-FC33-A34DA1AD32BC}"/>
          </ac:spMkLst>
        </pc:spChg>
        <pc:spChg chg="mod">
          <ac:chgData name="Temitope  Oluwasanu" userId="087d8b91-9dad-4b7c-9f60-ba57d721baab" providerId="ADAL" clId="{36A358D3-DC8E-479D-8228-1F85A65CAE32}" dt="2026-05-31T16:27:13.422" v="1186" actId="1036"/>
          <ac:spMkLst>
            <pc:docMk/>
            <pc:sldMk cId="1656686844" sldId="2147474859"/>
            <ac:spMk id="43" creationId="{52627670-71BE-0D42-F6DF-ECE7FA706360}"/>
          </ac:spMkLst>
        </pc:spChg>
        <pc:spChg chg="mod topLvl">
          <ac:chgData name="Temitope  Oluwasanu" userId="087d8b91-9dad-4b7c-9f60-ba57d721baab" providerId="ADAL" clId="{36A358D3-DC8E-479D-8228-1F85A65CAE32}" dt="2026-05-31T16:23:45.536" v="1120" actId="164"/>
          <ac:spMkLst>
            <pc:docMk/>
            <pc:sldMk cId="1656686844" sldId="2147474859"/>
            <ac:spMk id="44" creationId="{ADF0A9EC-4921-F52F-FA97-3C388C236DC8}"/>
          </ac:spMkLst>
        </pc:spChg>
        <pc:spChg chg="mod">
          <ac:chgData name="Temitope  Oluwasanu" userId="087d8b91-9dad-4b7c-9f60-ba57d721baab" providerId="ADAL" clId="{36A358D3-DC8E-479D-8228-1F85A65CAE32}" dt="2026-05-31T16:23:45.536" v="1120" actId="164"/>
          <ac:spMkLst>
            <pc:docMk/>
            <pc:sldMk cId="1656686844" sldId="2147474859"/>
            <ac:spMk id="45" creationId="{8C636B49-BA5B-B4E8-2C5F-121F6BAD013C}"/>
          </ac:spMkLst>
        </pc:spChg>
        <pc:spChg chg="mod">
          <ac:chgData name="Temitope  Oluwasanu" userId="087d8b91-9dad-4b7c-9f60-ba57d721baab" providerId="ADAL" clId="{36A358D3-DC8E-479D-8228-1F85A65CAE32}" dt="2026-05-31T16:26:30.372" v="1165" actId="20577"/>
          <ac:spMkLst>
            <pc:docMk/>
            <pc:sldMk cId="1656686844" sldId="2147474859"/>
            <ac:spMk id="46" creationId="{75B66041-CC34-70C0-EC69-E4257C86CA39}"/>
          </ac:spMkLst>
        </pc:spChg>
        <pc:spChg chg="mod topLvl">
          <ac:chgData name="Temitope  Oluwasanu" userId="087d8b91-9dad-4b7c-9f60-ba57d721baab" providerId="ADAL" clId="{36A358D3-DC8E-479D-8228-1F85A65CAE32}" dt="2026-05-31T16:23:45.536" v="1120" actId="164"/>
          <ac:spMkLst>
            <pc:docMk/>
            <pc:sldMk cId="1656686844" sldId="2147474859"/>
            <ac:spMk id="47" creationId="{5D284541-5F10-2AD9-D4A6-66DAFE40B999}"/>
          </ac:spMkLst>
        </pc:spChg>
        <pc:spChg chg="mod topLvl">
          <ac:chgData name="Temitope  Oluwasanu" userId="087d8b91-9dad-4b7c-9f60-ba57d721baab" providerId="ADAL" clId="{36A358D3-DC8E-479D-8228-1F85A65CAE32}" dt="2026-05-31T16:23:45.536" v="1120" actId="164"/>
          <ac:spMkLst>
            <pc:docMk/>
            <pc:sldMk cId="1656686844" sldId="2147474859"/>
            <ac:spMk id="49" creationId="{FC024A22-221E-1508-E5BB-5988C520B2B0}"/>
          </ac:spMkLst>
        </pc:spChg>
        <pc:spChg chg="mod topLvl">
          <ac:chgData name="Temitope  Oluwasanu" userId="087d8b91-9dad-4b7c-9f60-ba57d721baab" providerId="ADAL" clId="{36A358D3-DC8E-479D-8228-1F85A65CAE32}" dt="2026-05-31T16:23:45.536" v="1120" actId="164"/>
          <ac:spMkLst>
            <pc:docMk/>
            <pc:sldMk cId="1656686844" sldId="2147474859"/>
            <ac:spMk id="50" creationId="{60EBC296-38E9-2522-0E7A-6BC0C27B48FC}"/>
          </ac:spMkLst>
        </pc:spChg>
        <pc:spChg chg="mod topLvl">
          <ac:chgData name="Temitope  Oluwasanu" userId="087d8b91-9dad-4b7c-9f60-ba57d721baab" providerId="ADAL" clId="{36A358D3-DC8E-479D-8228-1F85A65CAE32}" dt="2026-05-31T16:23:45.536" v="1120" actId="164"/>
          <ac:spMkLst>
            <pc:docMk/>
            <pc:sldMk cId="1656686844" sldId="2147474859"/>
            <ac:spMk id="51" creationId="{F9C25E59-1A3A-A198-14E3-E96C50630EFB}"/>
          </ac:spMkLst>
        </pc:spChg>
        <pc:spChg chg="mod topLvl">
          <ac:chgData name="Temitope  Oluwasanu" userId="087d8b91-9dad-4b7c-9f60-ba57d721baab" providerId="ADAL" clId="{36A358D3-DC8E-479D-8228-1F85A65CAE32}" dt="2026-05-31T16:23:28.004" v="1118" actId="164"/>
          <ac:spMkLst>
            <pc:docMk/>
            <pc:sldMk cId="1656686844" sldId="2147474859"/>
            <ac:spMk id="53" creationId="{B10288B8-80C2-D0AE-A050-6F855FF9A6DD}"/>
          </ac:spMkLst>
        </pc:spChg>
        <pc:spChg chg="mod">
          <ac:chgData name="Temitope  Oluwasanu" userId="087d8b91-9dad-4b7c-9f60-ba57d721baab" providerId="ADAL" clId="{36A358D3-DC8E-479D-8228-1F85A65CAE32}" dt="2026-05-31T16:26:39.841" v="1171" actId="20577"/>
          <ac:spMkLst>
            <pc:docMk/>
            <pc:sldMk cId="1656686844" sldId="2147474859"/>
            <ac:spMk id="54" creationId="{863B0D6F-5707-942A-9ACE-16171D4EAEFA}"/>
          </ac:spMkLst>
        </pc:spChg>
        <pc:spChg chg="mod">
          <ac:chgData name="Temitope  Oluwasanu" userId="087d8b91-9dad-4b7c-9f60-ba57d721baab" providerId="ADAL" clId="{36A358D3-DC8E-479D-8228-1F85A65CAE32}" dt="2026-05-31T16:23:28.004" v="1118" actId="164"/>
          <ac:spMkLst>
            <pc:docMk/>
            <pc:sldMk cId="1656686844" sldId="2147474859"/>
            <ac:spMk id="55" creationId="{E94876B6-56EB-AD54-7EFA-06024F6C10D4}"/>
          </ac:spMkLst>
        </pc:spChg>
        <pc:spChg chg="mod topLvl">
          <ac:chgData name="Temitope  Oluwasanu" userId="087d8b91-9dad-4b7c-9f60-ba57d721baab" providerId="ADAL" clId="{36A358D3-DC8E-479D-8228-1F85A65CAE32}" dt="2026-05-31T16:23:28.004" v="1118" actId="164"/>
          <ac:spMkLst>
            <pc:docMk/>
            <pc:sldMk cId="1656686844" sldId="2147474859"/>
            <ac:spMk id="57" creationId="{F90A88BE-49FC-8E88-7070-724FE8FB560F}"/>
          </ac:spMkLst>
        </pc:spChg>
        <pc:spChg chg="mod topLvl">
          <ac:chgData name="Temitope  Oluwasanu" userId="087d8b91-9dad-4b7c-9f60-ba57d721baab" providerId="ADAL" clId="{36A358D3-DC8E-479D-8228-1F85A65CAE32}" dt="2026-05-31T16:27:51.725" v="1188" actId="20577"/>
          <ac:spMkLst>
            <pc:docMk/>
            <pc:sldMk cId="1656686844" sldId="2147474859"/>
            <ac:spMk id="59" creationId="{DEE7FFB9-697D-660D-7713-E752A80DE7E7}"/>
          </ac:spMkLst>
        </pc:spChg>
        <pc:spChg chg="mod">
          <ac:chgData name="Temitope  Oluwasanu" userId="087d8b91-9dad-4b7c-9f60-ba57d721baab" providerId="ADAL" clId="{36A358D3-DC8E-479D-8228-1F85A65CAE32}" dt="2026-05-31T16:23:28.004" v="1118" actId="164"/>
          <ac:spMkLst>
            <pc:docMk/>
            <pc:sldMk cId="1656686844" sldId="2147474859"/>
            <ac:spMk id="61" creationId="{A0D9E696-8735-6240-64E1-E29279687DC4}"/>
          </ac:spMkLst>
        </pc:spChg>
        <pc:spChg chg="mod topLvl">
          <ac:chgData name="Temitope  Oluwasanu" userId="087d8b91-9dad-4b7c-9f60-ba57d721baab" providerId="ADAL" clId="{36A358D3-DC8E-479D-8228-1F85A65CAE32}" dt="2026-05-31T16:26:45.590" v="1174" actId="20577"/>
          <ac:spMkLst>
            <pc:docMk/>
            <pc:sldMk cId="1656686844" sldId="2147474859"/>
            <ac:spMk id="62" creationId="{499213C6-197E-28D7-9668-296143482FED}"/>
          </ac:spMkLst>
        </pc:spChg>
        <pc:spChg chg="mod topLvl">
          <ac:chgData name="Temitope  Oluwasanu" userId="087d8b91-9dad-4b7c-9f60-ba57d721baab" providerId="ADAL" clId="{36A358D3-DC8E-479D-8228-1F85A65CAE32}" dt="2026-05-31T16:23:28.004" v="1118" actId="164"/>
          <ac:spMkLst>
            <pc:docMk/>
            <pc:sldMk cId="1656686844" sldId="2147474859"/>
            <ac:spMk id="63" creationId="{98D2B151-AA81-BF91-197C-D968B9619425}"/>
          </ac:spMkLst>
        </pc:spChg>
        <pc:spChg chg="mod">
          <ac:chgData name="Temitope  Oluwasanu" userId="087d8b91-9dad-4b7c-9f60-ba57d721baab" providerId="ADAL" clId="{36A358D3-DC8E-479D-8228-1F85A65CAE32}" dt="2026-05-31T16:23:28.004" v="1118" actId="164"/>
          <ac:spMkLst>
            <pc:docMk/>
            <pc:sldMk cId="1656686844" sldId="2147474859"/>
            <ac:spMk id="65" creationId="{7721192B-DC5D-A171-D6CF-50DC97445223}"/>
          </ac:spMkLst>
        </pc:spChg>
        <pc:spChg chg="mod topLvl">
          <ac:chgData name="Temitope  Oluwasanu" userId="087d8b91-9dad-4b7c-9f60-ba57d721baab" providerId="ADAL" clId="{36A358D3-DC8E-479D-8228-1F85A65CAE32}" dt="2026-05-31T16:23:28.004" v="1118" actId="164"/>
          <ac:spMkLst>
            <pc:docMk/>
            <pc:sldMk cId="1656686844" sldId="2147474859"/>
            <ac:spMk id="66" creationId="{CC03E133-61AC-356D-EDA0-E3BBB7B4DF02}"/>
          </ac:spMkLst>
        </pc:spChg>
        <pc:spChg chg="mod">
          <ac:chgData name="Temitope  Oluwasanu" userId="087d8b91-9dad-4b7c-9f60-ba57d721baab" providerId="ADAL" clId="{36A358D3-DC8E-479D-8228-1F85A65CAE32}" dt="2026-05-31T16:23:28.004" v="1118" actId="164"/>
          <ac:spMkLst>
            <pc:docMk/>
            <pc:sldMk cId="1656686844" sldId="2147474859"/>
            <ac:spMk id="67" creationId="{6C6FEC2B-AA0A-940D-67DA-0EA7C52CD89C}"/>
          </ac:spMkLst>
        </pc:spChg>
        <pc:spChg chg="mod">
          <ac:chgData name="Temitope  Oluwasanu" userId="087d8b91-9dad-4b7c-9f60-ba57d721baab" providerId="ADAL" clId="{36A358D3-DC8E-479D-8228-1F85A65CAE32}" dt="2026-05-31T16:29:13.425" v="1195" actId="1076"/>
          <ac:spMkLst>
            <pc:docMk/>
            <pc:sldMk cId="1656686844" sldId="2147474859"/>
            <ac:spMk id="68" creationId="{B4D5CA9F-CFFF-BD4E-ED4E-7C8528701020}"/>
          </ac:spMkLst>
        </pc:spChg>
        <pc:spChg chg="mod">
          <ac:chgData name="Temitope  Oluwasanu" userId="087d8b91-9dad-4b7c-9f60-ba57d721baab" providerId="ADAL" clId="{36A358D3-DC8E-479D-8228-1F85A65CAE32}" dt="2026-05-31T16:29:13.425" v="1195" actId="1076"/>
          <ac:spMkLst>
            <pc:docMk/>
            <pc:sldMk cId="1656686844" sldId="2147474859"/>
            <ac:spMk id="69" creationId="{93D7C77A-144B-2C84-E660-D6B8EDB17E67}"/>
          </ac:spMkLst>
        </pc:spChg>
        <pc:spChg chg="mod">
          <ac:chgData name="Temitope  Oluwasanu" userId="087d8b91-9dad-4b7c-9f60-ba57d721baab" providerId="ADAL" clId="{36A358D3-DC8E-479D-8228-1F85A65CAE32}" dt="2026-05-31T16:29:13.425" v="1195" actId="1076"/>
          <ac:spMkLst>
            <pc:docMk/>
            <pc:sldMk cId="1656686844" sldId="2147474859"/>
            <ac:spMk id="70" creationId="{B9BE7D5D-DCC9-91E9-FD62-5E5F7058DBBD}"/>
          </ac:spMkLst>
        </pc:spChg>
        <pc:spChg chg="mod">
          <ac:chgData name="Temitope  Oluwasanu" userId="087d8b91-9dad-4b7c-9f60-ba57d721baab" providerId="ADAL" clId="{36A358D3-DC8E-479D-8228-1F85A65CAE32}" dt="2026-05-31T16:29:13.425" v="1195" actId="1076"/>
          <ac:spMkLst>
            <pc:docMk/>
            <pc:sldMk cId="1656686844" sldId="2147474859"/>
            <ac:spMk id="71" creationId="{D20648ED-E5EC-3DB7-F4F9-AAF169169800}"/>
          </ac:spMkLst>
        </pc:spChg>
        <pc:spChg chg="mod">
          <ac:chgData name="Temitope  Oluwasanu" userId="087d8b91-9dad-4b7c-9f60-ba57d721baab" providerId="ADAL" clId="{36A358D3-DC8E-479D-8228-1F85A65CAE32}" dt="2026-05-31T16:29:13.425" v="1195" actId="1076"/>
          <ac:spMkLst>
            <pc:docMk/>
            <pc:sldMk cId="1656686844" sldId="2147474859"/>
            <ac:spMk id="72" creationId="{C530B214-C590-D721-0230-8DE0FD615683}"/>
          </ac:spMkLst>
        </pc:spChg>
        <pc:spChg chg="mod topLvl">
          <ac:chgData name="Temitope  Oluwasanu" userId="087d8b91-9dad-4b7c-9f60-ba57d721baab" providerId="ADAL" clId="{36A358D3-DC8E-479D-8228-1F85A65CAE32}" dt="2026-05-31T16:29:13.425" v="1195" actId="1076"/>
          <ac:spMkLst>
            <pc:docMk/>
            <pc:sldMk cId="1656686844" sldId="2147474859"/>
            <ac:spMk id="73" creationId="{CB528464-3A9C-53C7-0F8F-2B7F130EFD6F}"/>
          </ac:spMkLst>
        </pc:spChg>
        <pc:spChg chg="mod">
          <ac:chgData name="Temitope  Oluwasanu" userId="087d8b91-9dad-4b7c-9f60-ba57d721baab" providerId="ADAL" clId="{36A358D3-DC8E-479D-8228-1F85A65CAE32}" dt="2026-05-31T16:29:13.425" v="1195" actId="1076"/>
          <ac:spMkLst>
            <pc:docMk/>
            <pc:sldMk cId="1656686844" sldId="2147474859"/>
            <ac:spMk id="74" creationId="{B4BC4C6C-1934-7AF5-FEF1-C3FBD9BBD359}"/>
          </ac:spMkLst>
        </pc:spChg>
        <pc:spChg chg="mod">
          <ac:chgData name="Temitope  Oluwasanu" userId="087d8b91-9dad-4b7c-9f60-ba57d721baab" providerId="ADAL" clId="{36A358D3-DC8E-479D-8228-1F85A65CAE32}" dt="2026-05-31T16:29:13.425" v="1195" actId="1076"/>
          <ac:spMkLst>
            <pc:docMk/>
            <pc:sldMk cId="1656686844" sldId="2147474859"/>
            <ac:spMk id="75" creationId="{2F779DF5-4F20-2F12-18FB-1423549099E6}"/>
          </ac:spMkLst>
        </pc:spChg>
        <pc:spChg chg="mod">
          <ac:chgData name="Temitope  Oluwasanu" userId="087d8b91-9dad-4b7c-9f60-ba57d721baab" providerId="ADAL" clId="{36A358D3-DC8E-479D-8228-1F85A65CAE32}" dt="2026-05-30T15:44:53.124" v="313" actId="20577"/>
          <ac:spMkLst>
            <pc:docMk/>
            <pc:sldMk cId="1656686844" sldId="2147474859"/>
            <ac:spMk id="76" creationId="{78610E82-7418-77DF-8B3C-DF9F3E1B7E50}"/>
          </ac:spMkLst>
        </pc:spChg>
        <pc:spChg chg="mod">
          <ac:chgData name="Temitope  Oluwasanu" userId="087d8b91-9dad-4b7c-9f60-ba57d721baab" providerId="ADAL" clId="{36A358D3-DC8E-479D-8228-1F85A65CAE32}" dt="2026-05-31T16:17:08.310" v="1027"/>
          <ac:spMkLst>
            <pc:docMk/>
            <pc:sldMk cId="1656686844" sldId="2147474859"/>
            <ac:spMk id="82" creationId="{A0857AB1-96A3-3E08-4849-5116A52BBFC0}"/>
          </ac:spMkLst>
        </pc:spChg>
        <pc:spChg chg="mod">
          <ac:chgData name="Temitope  Oluwasanu" userId="087d8b91-9dad-4b7c-9f60-ba57d721baab" providerId="ADAL" clId="{36A358D3-DC8E-479D-8228-1F85A65CAE32}" dt="2026-05-31T16:17:08.310" v="1027"/>
          <ac:spMkLst>
            <pc:docMk/>
            <pc:sldMk cId="1656686844" sldId="2147474859"/>
            <ac:spMk id="83" creationId="{BB1B3D79-1900-23F5-FF5F-6B81ADAFE595}"/>
          </ac:spMkLst>
        </pc:spChg>
        <pc:spChg chg="mod">
          <ac:chgData name="Temitope  Oluwasanu" userId="087d8b91-9dad-4b7c-9f60-ba57d721baab" providerId="ADAL" clId="{36A358D3-DC8E-479D-8228-1F85A65CAE32}" dt="2026-05-31T16:21:44.021" v="1104" actId="20577"/>
          <ac:spMkLst>
            <pc:docMk/>
            <pc:sldMk cId="1656686844" sldId="2147474859"/>
            <ac:spMk id="84" creationId="{5EDF4C06-831F-14EA-0F07-F22899609DF5}"/>
          </ac:spMkLst>
        </pc:spChg>
        <pc:spChg chg="mod">
          <ac:chgData name="Temitope  Oluwasanu" userId="087d8b91-9dad-4b7c-9f60-ba57d721baab" providerId="ADAL" clId="{36A358D3-DC8E-479D-8228-1F85A65CAE32}" dt="2026-05-31T16:17:08.310" v="1027"/>
          <ac:spMkLst>
            <pc:docMk/>
            <pc:sldMk cId="1656686844" sldId="2147474859"/>
            <ac:spMk id="85" creationId="{077BAE1B-66BA-C0BD-A77B-D1DCF8E70F86}"/>
          </ac:spMkLst>
        </pc:spChg>
        <pc:spChg chg="mod">
          <ac:chgData name="Temitope  Oluwasanu" userId="087d8b91-9dad-4b7c-9f60-ba57d721baab" providerId="ADAL" clId="{36A358D3-DC8E-479D-8228-1F85A65CAE32}" dt="2026-05-31T16:17:08.310" v="1027"/>
          <ac:spMkLst>
            <pc:docMk/>
            <pc:sldMk cId="1656686844" sldId="2147474859"/>
            <ac:spMk id="87" creationId="{0DEC2DF2-EE5F-11FC-14AF-3A7C66E68214}"/>
          </ac:spMkLst>
        </pc:spChg>
        <pc:spChg chg="mod">
          <ac:chgData name="Temitope  Oluwasanu" userId="087d8b91-9dad-4b7c-9f60-ba57d721baab" providerId="ADAL" clId="{36A358D3-DC8E-479D-8228-1F85A65CAE32}" dt="2026-05-31T16:17:08.310" v="1027"/>
          <ac:spMkLst>
            <pc:docMk/>
            <pc:sldMk cId="1656686844" sldId="2147474859"/>
            <ac:spMk id="88" creationId="{0C2C8140-CAFB-F5D1-7EE3-53540731C8E5}"/>
          </ac:spMkLst>
        </pc:spChg>
        <pc:spChg chg="mod">
          <ac:chgData name="Temitope  Oluwasanu" userId="087d8b91-9dad-4b7c-9f60-ba57d721baab" providerId="ADAL" clId="{36A358D3-DC8E-479D-8228-1F85A65CAE32}" dt="2026-05-31T16:17:08.310" v="1027"/>
          <ac:spMkLst>
            <pc:docMk/>
            <pc:sldMk cId="1656686844" sldId="2147474859"/>
            <ac:spMk id="89" creationId="{9498619D-3EC6-2BAD-75BA-7A07B09E4584}"/>
          </ac:spMkLst>
        </pc:spChg>
        <pc:spChg chg="mod">
          <ac:chgData name="Temitope  Oluwasanu" userId="087d8b91-9dad-4b7c-9f60-ba57d721baab" providerId="ADAL" clId="{36A358D3-DC8E-479D-8228-1F85A65CAE32}" dt="2026-05-30T15:42:32.191" v="289"/>
          <ac:spMkLst>
            <pc:docMk/>
            <pc:sldMk cId="1656686844" sldId="2147474859"/>
            <ac:spMk id="123" creationId="{36153B8A-280F-310F-41A7-0FDB6947E591}"/>
          </ac:spMkLst>
        </pc:spChg>
        <pc:grpChg chg="add mod">
          <ac:chgData name="Temitope  Oluwasanu" userId="087d8b91-9dad-4b7c-9f60-ba57d721baab" providerId="ADAL" clId="{36A358D3-DC8E-479D-8228-1F85A65CAE32}" dt="2026-05-31T16:26:59.648" v="1175" actId="1076"/>
          <ac:grpSpMkLst>
            <pc:docMk/>
            <pc:sldMk cId="1656686844" sldId="2147474859"/>
            <ac:grpSpMk id="81" creationId="{AC8B8B26-3875-08FD-410C-3BC98BFE6273}"/>
          </ac:grpSpMkLst>
        </pc:grpChg>
        <pc:grpChg chg="mod">
          <ac:chgData name="Temitope  Oluwasanu" userId="087d8b91-9dad-4b7c-9f60-ba57d721baab" providerId="ADAL" clId="{36A358D3-DC8E-479D-8228-1F85A65CAE32}" dt="2026-05-31T16:23:36.922" v="1119" actId="1076"/>
          <ac:grpSpMkLst>
            <pc:docMk/>
            <pc:sldMk cId="1656686844" sldId="2147474859"/>
            <ac:grpSpMk id="95" creationId="{91FC1968-7532-E2B7-AEDB-D9143D33EB90}"/>
          </ac:grpSpMkLst>
        </pc:grpChg>
        <pc:grpChg chg="add mod">
          <ac:chgData name="Temitope  Oluwasanu" userId="087d8b91-9dad-4b7c-9f60-ba57d721baab" providerId="ADAL" clId="{36A358D3-DC8E-479D-8228-1F85A65CAE32}" dt="2026-05-31T16:24:04.677" v="1123" actId="1076"/>
          <ac:grpSpMkLst>
            <pc:docMk/>
            <pc:sldMk cId="1656686844" sldId="2147474859"/>
            <ac:grpSpMk id="96" creationId="{793F2956-72AD-E5D7-7D2B-F408753DF6B8}"/>
          </ac:grpSpMkLst>
        </pc:grpChg>
        <pc:picChg chg="mod">
          <ac:chgData name="Temitope  Oluwasanu" userId="087d8b91-9dad-4b7c-9f60-ba57d721baab" providerId="ADAL" clId="{36A358D3-DC8E-479D-8228-1F85A65CAE32}" dt="2026-05-31T16:27:13.422" v="1186" actId="1036"/>
          <ac:picMkLst>
            <pc:docMk/>
            <pc:sldMk cId="1656686844" sldId="2147474859"/>
            <ac:picMk id="40" creationId="{CDEB77D7-67C3-90F7-4771-5E0895FBC2D2}"/>
          </ac:picMkLst>
        </pc:picChg>
        <pc:picChg chg="mod">
          <ac:chgData name="Temitope  Oluwasanu" userId="087d8b91-9dad-4b7c-9f60-ba57d721baab" providerId="ADAL" clId="{36A358D3-DC8E-479D-8228-1F85A65CAE32}" dt="2026-05-31T16:23:45.536" v="1120" actId="164"/>
          <ac:picMkLst>
            <pc:docMk/>
            <pc:sldMk cId="1656686844" sldId="2147474859"/>
            <ac:picMk id="48" creationId="{ED5FF93B-D321-4F89-BCE0-8633802E641C}"/>
          </ac:picMkLst>
        </pc:picChg>
        <pc:picChg chg="mod">
          <ac:chgData name="Temitope  Oluwasanu" userId="087d8b91-9dad-4b7c-9f60-ba57d721baab" providerId="ADAL" clId="{36A358D3-DC8E-479D-8228-1F85A65CAE32}" dt="2026-05-31T16:17:08.310" v="1027"/>
          <ac:picMkLst>
            <pc:docMk/>
            <pc:sldMk cId="1656686844" sldId="2147474859"/>
            <ac:picMk id="86" creationId="{1182A1E3-E09F-4C81-9D3A-308EB388FEE4}"/>
          </ac:picMkLst>
        </pc:picChg>
        <pc:picChg chg="add mod">
          <ac:chgData name="Temitope  Oluwasanu" userId="087d8b91-9dad-4b7c-9f60-ba57d721baab" providerId="ADAL" clId="{36A358D3-DC8E-479D-8228-1F85A65CAE32}" dt="2026-05-31T16:21:33.780" v="1098" actId="1076"/>
          <ac:picMkLst>
            <pc:docMk/>
            <pc:sldMk cId="1656686844" sldId="2147474859"/>
            <ac:picMk id="94" creationId="{09A93D4D-6676-CD41-836B-3DA1194CAD7C}"/>
          </ac:picMkLst>
        </pc:picChg>
      </pc:sldChg>
      <pc:sldChg chg="addSp modSp add mod">
        <pc:chgData name="Temitope  Oluwasanu" userId="087d8b91-9dad-4b7c-9f60-ba57d721baab" providerId="ADAL" clId="{36A358D3-DC8E-479D-8228-1F85A65CAE32}" dt="2026-05-30T15:32:08.726" v="207" actId="255"/>
        <pc:sldMkLst>
          <pc:docMk/>
          <pc:sldMk cId="422419219" sldId="2147474860"/>
        </pc:sldMkLst>
        <pc:spChg chg="mod">
          <ac:chgData name="Temitope  Oluwasanu" userId="087d8b91-9dad-4b7c-9f60-ba57d721baab" providerId="ADAL" clId="{36A358D3-DC8E-479D-8228-1F85A65CAE32}" dt="2026-05-30T15:32:08.726" v="207" actId="255"/>
          <ac:spMkLst>
            <pc:docMk/>
            <pc:sldMk cId="422419219" sldId="2147474860"/>
            <ac:spMk id="2" creationId="{A9A4DE22-1FD1-C4FE-10F7-3A451141DAC2}"/>
          </ac:spMkLst>
        </pc:spChg>
        <pc:spChg chg="add mod">
          <ac:chgData name="Temitope  Oluwasanu" userId="087d8b91-9dad-4b7c-9f60-ba57d721baab" providerId="ADAL" clId="{36A358D3-DC8E-479D-8228-1F85A65CAE32}" dt="2026-05-30T15:26:20.102" v="189" actId="164"/>
          <ac:spMkLst>
            <pc:docMk/>
            <pc:sldMk cId="422419219" sldId="2147474860"/>
            <ac:spMk id="3" creationId="{09C79C90-1785-F7D9-6AA2-4DF38A7DBDA1}"/>
          </ac:spMkLst>
        </pc:spChg>
        <pc:spChg chg="add mod">
          <ac:chgData name="Temitope  Oluwasanu" userId="087d8b91-9dad-4b7c-9f60-ba57d721baab" providerId="ADAL" clId="{36A358D3-DC8E-479D-8228-1F85A65CAE32}" dt="2026-05-30T15:26:20.102" v="189" actId="164"/>
          <ac:spMkLst>
            <pc:docMk/>
            <pc:sldMk cId="422419219" sldId="2147474860"/>
            <ac:spMk id="8" creationId="{295D4424-74F1-4A7D-21B3-B8E25115C0B6}"/>
          </ac:spMkLst>
        </pc:spChg>
        <pc:spChg chg="add mod">
          <ac:chgData name="Temitope  Oluwasanu" userId="087d8b91-9dad-4b7c-9f60-ba57d721baab" providerId="ADAL" clId="{36A358D3-DC8E-479D-8228-1F85A65CAE32}" dt="2026-05-30T15:26:20.102" v="189" actId="164"/>
          <ac:spMkLst>
            <pc:docMk/>
            <pc:sldMk cId="422419219" sldId="2147474860"/>
            <ac:spMk id="10" creationId="{368D2C52-707C-BA9F-C589-49EB04DB7487}"/>
          </ac:spMkLst>
        </pc:spChg>
        <pc:spChg chg="add mod">
          <ac:chgData name="Temitope  Oluwasanu" userId="087d8b91-9dad-4b7c-9f60-ba57d721baab" providerId="ADAL" clId="{36A358D3-DC8E-479D-8228-1F85A65CAE32}" dt="2026-05-30T15:26:20.102" v="189" actId="164"/>
          <ac:spMkLst>
            <pc:docMk/>
            <pc:sldMk cId="422419219" sldId="2147474860"/>
            <ac:spMk id="14" creationId="{9DF097DC-3FA0-7C5E-6E1A-BFF4293E4724}"/>
          </ac:spMkLst>
        </pc:spChg>
        <pc:spChg chg="add mod">
          <ac:chgData name="Temitope  Oluwasanu" userId="087d8b91-9dad-4b7c-9f60-ba57d721baab" providerId="ADAL" clId="{36A358D3-DC8E-479D-8228-1F85A65CAE32}" dt="2026-05-30T15:26:20.102" v="189" actId="164"/>
          <ac:spMkLst>
            <pc:docMk/>
            <pc:sldMk cId="422419219" sldId="2147474860"/>
            <ac:spMk id="18" creationId="{9303F7AA-C064-F348-5BC0-6AB9DC67AF11}"/>
          </ac:spMkLst>
        </pc:spChg>
        <pc:spChg chg="add mod">
          <ac:chgData name="Temitope  Oluwasanu" userId="087d8b91-9dad-4b7c-9f60-ba57d721baab" providerId="ADAL" clId="{36A358D3-DC8E-479D-8228-1F85A65CAE32}" dt="2026-05-30T15:26:20.102" v="189" actId="164"/>
          <ac:spMkLst>
            <pc:docMk/>
            <pc:sldMk cId="422419219" sldId="2147474860"/>
            <ac:spMk id="20" creationId="{D8902F1A-C460-1B73-96D1-7C34C0C32DBD}"/>
          </ac:spMkLst>
        </pc:spChg>
        <pc:spChg chg="add mod">
          <ac:chgData name="Temitope  Oluwasanu" userId="087d8b91-9dad-4b7c-9f60-ba57d721baab" providerId="ADAL" clId="{36A358D3-DC8E-479D-8228-1F85A65CAE32}" dt="2026-05-30T15:26:20.102" v="189" actId="164"/>
          <ac:spMkLst>
            <pc:docMk/>
            <pc:sldMk cId="422419219" sldId="2147474860"/>
            <ac:spMk id="21" creationId="{62896FF2-744B-4706-0E97-49558CDE666B}"/>
          </ac:spMkLst>
        </pc:spChg>
        <pc:spChg chg="add mod">
          <ac:chgData name="Temitope  Oluwasanu" userId="087d8b91-9dad-4b7c-9f60-ba57d721baab" providerId="ADAL" clId="{36A358D3-DC8E-479D-8228-1F85A65CAE32}" dt="2026-05-30T15:26:20.102" v="189" actId="164"/>
          <ac:spMkLst>
            <pc:docMk/>
            <pc:sldMk cId="422419219" sldId="2147474860"/>
            <ac:spMk id="22" creationId="{74F02F1C-6BAA-C2C3-66A7-4C2E6BEFB35E}"/>
          </ac:spMkLst>
        </pc:spChg>
        <pc:spChg chg="add mod">
          <ac:chgData name="Temitope  Oluwasanu" userId="087d8b91-9dad-4b7c-9f60-ba57d721baab" providerId="ADAL" clId="{36A358D3-DC8E-479D-8228-1F85A65CAE32}" dt="2026-05-30T15:26:20.102" v="189" actId="164"/>
          <ac:spMkLst>
            <pc:docMk/>
            <pc:sldMk cId="422419219" sldId="2147474860"/>
            <ac:spMk id="29" creationId="{7044EEC5-6424-12BC-0092-790DD2CA43D4}"/>
          </ac:spMkLst>
        </pc:spChg>
        <pc:spChg chg="add mod">
          <ac:chgData name="Temitope  Oluwasanu" userId="087d8b91-9dad-4b7c-9f60-ba57d721baab" providerId="ADAL" clId="{36A358D3-DC8E-479D-8228-1F85A65CAE32}" dt="2026-05-30T15:26:20.102" v="189" actId="164"/>
          <ac:spMkLst>
            <pc:docMk/>
            <pc:sldMk cId="422419219" sldId="2147474860"/>
            <ac:spMk id="31" creationId="{80150E58-F13E-B735-1D9E-D5586AA1DFB5}"/>
          </ac:spMkLst>
        </pc:spChg>
        <pc:spChg chg="mod">
          <ac:chgData name="Temitope  Oluwasanu" userId="087d8b91-9dad-4b7c-9f60-ba57d721baab" providerId="ADAL" clId="{36A358D3-DC8E-479D-8228-1F85A65CAE32}" dt="2026-05-30T15:25:25.226" v="185" actId="6549"/>
          <ac:spMkLst>
            <pc:docMk/>
            <pc:sldMk cId="422419219" sldId="2147474860"/>
            <ac:spMk id="76" creationId="{E854136A-7783-0BA4-C92C-45D6E4B8A6FF}"/>
          </ac:spMkLst>
        </pc:spChg>
        <pc:spChg chg="mod">
          <ac:chgData name="Temitope  Oluwasanu" userId="087d8b91-9dad-4b7c-9f60-ba57d721baab" providerId="ADAL" clId="{36A358D3-DC8E-479D-8228-1F85A65CAE32}" dt="2026-05-30T15:25:41.196" v="186" actId="255"/>
          <ac:spMkLst>
            <pc:docMk/>
            <pc:sldMk cId="422419219" sldId="2147474860"/>
            <ac:spMk id="123" creationId="{EE8A57FF-74A5-6DAA-A662-09B245207554}"/>
          </ac:spMkLst>
        </pc:spChg>
      </pc:sldChg>
      <pc:sldChg chg="addSp delSp modSp add mod">
        <pc:chgData name="Temitope  Oluwasanu" userId="087d8b91-9dad-4b7c-9f60-ba57d721baab" providerId="ADAL" clId="{36A358D3-DC8E-479D-8228-1F85A65CAE32}" dt="2026-05-31T21:26:43.900" v="1312" actId="14100"/>
        <pc:sldMkLst>
          <pc:docMk/>
          <pc:sldMk cId="2029325264" sldId="2147474867"/>
        </pc:sldMkLst>
        <pc:spChg chg="mod">
          <ac:chgData name="Temitope  Oluwasanu" userId="087d8b91-9dad-4b7c-9f60-ba57d721baab" providerId="ADAL" clId="{36A358D3-DC8E-479D-8228-1F85A65CAE32}" dt="2026-05-31T21:26:43.900" v="1312" actId="14100"/>
          <ac:spMkLst>
            <pc:docMk/>
            <pc:sldMk cId="2029325264" sldId="2147474867"/>
            <ac:spMk id="76" creationId="{0E187B80-7543-B593-20CB-88AADCEF4EA3}"/>
          </ac:spMkLst>
        </pc:spChg>
        <pc:spChg chg="mod">
          <ac:chgData name="Temitope  Oluwasanu" userId="087d8b91-9dad-4b7c-9f60-ba57d721baab" providerId="ADAL" clId="{36A358D3-DC8E-479D-8228-1F85A65CAE32}" dt="2026-05-31T15:53:26.218" v="684" actId="14100"/>
          <ac:spMkLst>
            <pc:docMk/>
            <pc:sldMk cId="2029325264" sldId="2147474867"/>
            <ac:spMk id="196" creationId="{E1664559-2460-C2D3-03EF-1D2D96379557}"/>
          </ac:spMkLst>
        </pc:spChg>
        <pc:spChg chg="add mod">
          <ac:chgData name="Temitope  Oluwasanu" userId="087d8b91-9dad-4b7c-9f60-ba57d721baab" providerId="ADAL" clId="{36A358D3-DC8E-479D-8228-1F85A65CAE32}" dt="2026-05-31T15:52:20.881" v="678" actId="1036"/>
          <ac:spMkLst>
            <pc:docMk/>
            <pc:sldMk cId="2029325264" sldId="2147474867"/>
            <ac:spMk id="201" creationId="{155F372F-FAD1-4570-D5FB-38BB22A74A28}"/>
          </ac:spMkLst>
        </pc:spChg>
        <pc:spChg chg="add mod">
          <ac:chgData name="Temitope  Oluwasanu" userId="087d8b91-9dad-4b7c-9f60-ba57d721baab" providerId="ADAL" clId="{36A358D3-DC8E-479D-8228-1F85A65CAE32}" dt="2026-05-31T15:52:20.881" v="678" actId="1036"/>
          <ac:spMkLst>
            <pc:docMk/>
            <pc:sldMk cId="2029325264" sldId="2147474867"/>
            <ac:spMk id="203" creationId="{1E8BEF28-1C59-E44E-E7F8-EF44C42A222A}"/>
          </ac:spMkLst>
        </pc:spChg>
        <pc:spChg chg="add mod">
          <ac:chgData name="Temitope  Oluwasanu" userId="087d8b91-9dad-4b7c-9f60-ba57d721baab" providerId="ADAL" clId="{36A358D3-DC8E-479D-8228-1F85A65CAE32}" dt="2026-05-31T15:52:20.881" v="678" actId="1036"/>
          <ac:spMkLst>
            <pc:docMk/>
            <pc:sldMk cId="2029325264" sldId="2147474867"/>
            <ac:spMk id="205" creationId="{4E73B153-BB3D-4CA2-0B99-F9D5163C8DC8}"/>
          </ac:spMkLst>
        </pc:spChg>
        <pc:spChg chg="add mod">
          <ac:chgData name="Temitope  Oluwasanu" userId="087d8b91-9dad-4b7c-9f60-ba57d721baab" providerId="ADAL" clId="{36A358D3-DC8E-479D-8228-1F85A65CAE32}" dt="2026-05-31T15:52:20.881" v="678" actId="1036"/>
          <ac:spMkLst>
            <pc:docMk/>
            <pc:sldMk cId="2029325264" sldId="2147474867"/>
            <ac:spMk id="208" creationId="{653F79FC-DB5E-8746-2CB9-28D8A9318998}"/>
          </ac:spMkLst>
        </pc:spChg>
        <pc:spChg chg="add mod">
          <ac:chgData name="Temitope  Oluwasanu" userId="087d8b91-9dad-4b7c-9f60-ba57d721baab" providerId="ADAL" clId="{36A358D3-DC8E-479D-8228-1F85A65CAE32}" dt="2026-05-31T15:52:20.881" v="678" actId="1036"/>
          <ac:spMkLst>
            <pc:docMk/>
            <pc:sldMk cId="2029325264" sldId="2147474867"/>
            <ac:spMk id="211" creationId="{728DE085-6E1B-BDD1-B17D-FDA966F997FE}"/>
          </ac:spMkLst>
        </pc:spChg>
        <pc:spChg chg="add mod">
          <ac:chgData name="Temitope  Oluwasanu" userId="087d8b91-9dad-4b7c-9f60-ba57d721baab" providerId="ADAL" clId="{36A358D3-DC8E-479D-8228-1F85A65CAE32}" dt="2026-05-31T15:52:20.881" v="678" actId="1036"/>
          <ac:spMkLst>
            <pc:docMk/>
            <pc:sldMk cId="2029325264" sldId="2147474867"/>
            <ac:spMk id="225" creationId="{5749F5B5-66C3-2033-6EE3-A3203F83636D}"/>
          </ac:spMkLst>
        </pc:spChg>
        <pc:spChg chg="add mod">
          <ac:chgData name="Temitope  Oluwasanu" userId="087d8b91-9dad-4b7c-9f60-ba57d721baab" providerId="ADAL" clId="{36A358D3-DC8E-479D-8228-1F85A65CAE32}" dt="2026-05-31T15:52:20.881" v="678" actId="1036"/>
          <ac:spMkLst>
            <pc:docMk/>
            <pc:sldMk cId="2029325264" sldId="2147474867"/>
            <ac:spMk id="237" creationId="{8109AE90-098E-7F79-58EF-13641A9D731F}"/>
          </ac:spMkLst>
        </pc:spChg>
        <pc:spChg chg="add mod">
          <ac:chgData name="Temitope  Oluwasanu" userId="087d8b91-9dad-4b7c-9f60-ba57d721baab" providerId="ADAL" clId="{36A358D3-DC8E-479D-8228-1F85A65CAE32}" dt="2026-05-31T15:52:20.881" v="678" actId="1036"/>
          <ac:spMkLst>
            <pc:docMk/>
            <pc:sldMk cId="2029325264" sldId="2147474867"/>
            <ac:spMk id="238" creationId="{4C31D5A5-B007-E108-D731-6C804264FA45}"/>
          </ac:spMkLst>
        </pc:spChg>
        <pc:spChg chg="add mod">
          <ac:chgData name="Temitope  Oluwasanu" userId="087d8b91-9dad-4b7c-9f60-ba57d721baab" providerId="ADAL" clId="{36A358D3-DC8E-479D-8228-1F85A65CAE32}" dt="2026-05-31T15:52:20.881" v="678" actId="1036"/>
          <ac:spMkLst>
            <pc:docMk/>
            <pc:sldMk cId="2029325264" sldId="2147474867"/>
            <ac:spMk id="240" creationId="{188B6336-9341-9CA7-51EF-3DB93190937E}"/>
          </ac:spMkLst>
        </pc:spChg>
      </pc:sldChg>
      <pc:sldChg chg="addSp delSp modSp add mod">
        <pc:chgData name="Temitope  Oluwasanu" userId="087d8b91-9dad-4b7c-9f60-ba57d721baab" providerId="ADAL" clId="{36A358D3-DC8E-479D-8228-1F85A65CAE32}" dt="2026-05-31T21:13:31.024" v="1309" actId="207"/>
        <pc:sldMkLst>
          <pc:docMk/>
          <pc:sldMk cId="3645990048" sldId="2147474868"/>
        </pc:sldMkLst>
        <pc:spChg chg="mod">
          <ac:chgData name="Temitope  Oluwasanu" userId="087d8b91-9dad-4b7c-9f60-ba57d721baab" providerId="ADAL" clId="{36A358D3-DC8E-479D-8228-1F85A65CAE32}" dt="2026-05-31T16:08:17.965" v="945" actId="20577"/>
          <ac:spMkLst>
            <pc:docMk/>
            <pc:sldMk cId="3645990048" sldId="2147474868"/>
            <ac:spMk id="2" creationId="{8ADAA58E-DC66-FBE8-5E37-AEE083784A55}"/>
          </ac:spMkLst>
        </pc:spChg>
        <pc:spChg chg="mod">
          <ac:chgData name="Temitope  Oluwasanu" userId="087d8b91-9dad-4b7c-9f60-ba57d721baab" providerId="ADAL" clId="{36A358D3-DC8E-479D-8228-1F85A65CAE32}" dt="2026-05-31T21:08:47.323" v="1297" actId="207"/>
          <ac:spMkLst>
            <pc:docMk/>
            <pc:sldMk cId="3645990048" sldId="2147474868"/>
            <ac:spMk id="3" creationId="{5446B07A-D2C3-32F6-4453-2B013379B88C}"/>
          </ac:spMkLst>
        </pc:spChg>
        <pc:spChg chg="mod">
          <ac:chgData name="Temitope  Oluwasanu" userId="087d8b91-9dad-4b7c-9f60-ba57d721baab" providerId="ADAL" clId="{36A358D3-DC8E-479D-8228-1F85A65CAE32}" dt="2026-05-31T21:13:26.590" v="1308" actId="207"/>
          <ac:spMkLst>
            <pc:docMk/>
            <pc:sldMk cId="3645990048" sldId="2147474868"/>
            <ac:spMk id="4" creationId="{1A2BA6C8-6491-6A62-6C6B-91FFA555C55B}"/>
          </ac:spMkLst>
        </pc:spChg>
        <pc:spChg chg="mod">
          <ac:chgData name="Temitope  Oluwasanu" userId="087d8b91-9dad-4b7c-9f60-ba57d721baab" providerId="ADAL" clId="{36A358D3-DC8E-479D-8228-1F85A65CAE32}" dt="2026-05-31T21:09:08.804" v="1298" actId="207"/>
          <ac:spMkLst>
            <pc:docMk/>
            <pc:sldMk cId="3645990048" sldId="2147474868"/>
            <ac:spMk id="6" creationId="{1A2FE738-9203-5CE2-2B0A-E08E0CBB0DAF}"/>
          </ac:spMkLst>
        </pc:spChg>
        <pc:spChg chg="add mod">
          <ac:chgData name="Temitope  Oluwasanu" userId="087d8b91-9dad-4b7c-9f60-ba57d721baab" providerId="ADAL" clId="{36A358D3-DC8E-479D-8228-1F85A65CAE32}" dt="2026-05-31T21:10:03.984" v="1299" actId="207"/>
          <ac:spMkLst>
            <pc:docMk/>
            <pc:sldMk cId="3645990048" sldId="2147474868"/>
            <ac:spMk id="7" creationId="{78EDAEBB-8749-AAD9-35FA-A77C126D1BBF}"/>
          </ac:spMkLst>
        </pc:spChg>
        <pc:spChg chg="mod">
          <ac:chgData name="Temitope  Oluwasanu" userId="087d8b91-9dad-4b7c-9f60-ba57d721baab" providerId="ADAL" clId="{36A358D3-DC8E-479D-8228-1F85A65CAE32}" dt="2026-05-31T21:10:30.295" v="1300" actId="207"/>
          <ac:spMkLst>
            <pc:docMk/>
            <pc:sldMk cId="3645990048" sldId="2147474868"/>
            <ac:spMk id="8" creationId="{08704856-399F-A2FD-F2CB-31CFBCB099E0}"/>
          </ac:spMkLst>
        </pc:spChg>
        <pc:spChg chg="mod">
          <ac:chgData name="Temitope  Oluwasanu" userId="087d8b91-9dad-4b7c-9f60-ba57d721baab" providerId="ADAL" clId="{36A358D3-DC8E-479D-8228-1F85A65CAE32}" dt="2026-05-31T21:10:03.984" v="1299" actId="207"/>
          <ac:spMkLst>
            <pc:docMk/>
            <pc:sldMk cId="3645990048" sldId="2147474868"/>
            <ac:spMk id="9" creationId="{945B601E-BEB4-F708-6CD7-BE2647BBF4F8}"/>
          </ac:spMkLst>
        </pc:spChg>
        <pc:spChg chg="mod">
          <ac:chgData name="Temitope  Oluwasanu" userId="087d8b91-9dad-4b7c-9f60-ba57d721baab" providerId="ADAL" clId="{36A358D3-DC8E-479D-8228-1F85A65CAE32}" dt="2026-05-31T21:09:08.804" v="1298" actId="207"/>
          <ac:spMkLst>
            <pc:docMk/>
            <pc:sldMk cId="3645990048" sldId="2147474868"/>
            <ac:spMk id="10" creationId="{D599270A-7302-AA46-634C-0C4F2D4B1956}"/>
          </ac:spMkLst>
        </pc:spChg>
        <pc:spChg chg="mod">
          <ac:chgData name="Temitope  Oluwasanu" userId="087d8b91-9dad-4b7c-9f60-ba57d721baab" providerId="ADAL" clId="{36A358D3-DC8E-479D-8228-1F85A65CAE32}" dt="2026-05-31T21:10:03.984" v="1299" actId="207"/>
          <ac:spMkLst>
            <pc:docMk/>
            <pc:sldMk cId="3645990048" sldId="2147474868"/>
            <ac:spMk id="11" creationId="{5B9FAD8C-1590-7C2E-A726-5EB0834AB3AD}"/>
          </ac:spMkLst>
        </pc:spChg>
        <pc:spChg chg="mod">
          <ac:chgData name="Temitope  Oluwasanu" userId="087d8b91-9dad-4b7c-9f60-ba57d721baab" providerId="ADAL" clId="{36A358D3-DC8E-479D-8228-1F85A65CAE32}" dt="2026-05-31T21:10:30.295" v="1300" actId="207"/>
          <ac:spMkLst>
            <pc:docMk/>
            <pc:sldMk cId="3645990048" sldId="2147474868"/>
            <ac:spMk id="12" creationId="{3D6DC884-D066-8CE0-291C-79D5EA34D9B0}"/>
          </ac:spMkLst>
        </pc:spChg>
        <pc:spChg chg="add mod">
          <ac:chgData name="Temitope  Oluwasanu" userId="087d8b91-9dad-4b7c-9f60-ba57d721baab" providerId="ADAL" clId="{36A358D3-DC8E-479D-8228-1F85A65CAE32}" dt="2026-05-31T21:10:03.984" v="1299" actId="207"/>
          <ac:spMkLst>
            <pc:docMk/>
            <pc:sldMk cId="3645990048" sldId="2147474868"/>
            <ac:spMk id="13" creationId="{5EA41BFD-46EE-79D9-F9A8-5CDB84E7FCB4}"/>
          </ac:spMkLst>
        </pc:spChg>
        <pc:spChg chg="mod">
          <ac:chgData name="Temitope  Oluwasanu" userId="087d8b91-9dad-4b7c-9f60-ba57d721baab" providerId="ADAL" clId="{36A358D3-DC8E-479D-8228-1F85A65CAE32}" dt="2026-05-31T21:09:08.804" v="1298" actId="207"/>
          <ac:spMkLst>
            <pc:docMk/>
            <pc:sldMk cId="3645990048" sldId="2147474868"/>
            <ac:spMk id="14" creationId="{4BD9C118-1074-7293-7353-80B8DA2F2153}"/>
          </ac:spMkLst>
        </pc:spChg>
        <pc:spChg chg="mod">
          <ac:chgData name="Temitope  Oluwasanu" userId="087d8b91-9dad-4b7c-9f60-ba57d721baab" providerId="ADAL" clId="{36A358D3-DC8E-479D-8228-1F85A65CAE32}" dt="2026-05-31T21:10:36.136" v="1301" actId="207"/>
          <ac:spMkLst>
            <pc:docMk/>
            <pc:sldMk cId="3645990048" sldId="2147474868"/>
            <ac:spMk id="16" creationId="{3D3B4543-575F-ECD7-703C-DE6B6607DDF4}"/>
          </ac:spMkLst>
        </pc:spChg>
        <pc:spChg chg="mod">
          <ac:chgData name="Temitope  Oluwasanu" userId="087d8b91-9dad-4b7c-9f60-ba57d721baab" providerId="ADAL" clId="{36A358D3-DC8E-479D-8228-1F85A65CAE32}" dt="2026-05-31T21:09:08.804" v="1298" actId="207"/>
          <ac:spMkLst>
            <pc:docMk/>
            <pc:sldMk cId="3645990048" sldId="2147474868"/>
            <ac:spMk id="18" creationId="{DA6F27A7-424D-F824-F19B-C6C2F103531F}"/>
          </ac:spMkLst>
        </pc:spChg>
        <pc:spChg chg="mod">
          <ac:chgData name="Temitope  Oluwasanu" userId="087d8b91-9dad-4b7c-9f60-ba57d721baab" providerId="ADAL" clId="{36A358D3-DC8E-479D-8228-1F85A65CAE32}" dt="2026-05-31T21:10:03.984" v="1299" actId="207"/>
          <ac:spMkLst>
            <pc:docMk/>
            <pc:sldMk cId="3645990048" sldId="2147474868"/>
            <ac:spMk id="19" creationId="{DFC82B78-DD20-5DF0-A25B-EE5883D64E9F}"/>
          </ac:spMkLst>
        </pc:spChg>
        <pc:spChg chg="add mod">
          <ac:chgData name="Temitope  Oluwasanu" userId="087d8b91-9dad-4b7c-9f60-ba57d721baab" providerId="ADAL" clId="{36A358D3-DC8E-479D-8228-1F85A65CAE32}" dt="2026-05-31T21:10:36.136" v="1301" actId="207"/>
          <ac:spMkLst>
            <pc:docMk/>
            <pc:sldMk cId="3645990048" sldId="2147474868"/>
            <ac:spMk id="20" creationId="{597D6E5F-6AA6-13DF-E4D2-2C647202AB3B}"/>
          </ac:spMkLst>
        </pc:spChg>
        <pc:spChg chg="add mod">
          <ac:chgData name="Temitope  Oluwasanu" userId="087d8b91-9dad-4b7c-9f60-ba57d721baab" providerId="ADAL" clId="{36A358D3-DC8E-479D-8228-1F85A65CAE32}" dt="2026-05-31T21:10:03.984" v="1299" actId="207"/>
          <ac:spMkLst>
            <pc:docMk/>
            <pc:sldMk cId="3645990048" sldId="2147474868"/>
            <ac:spMk id="21" creationId="{B70AC768-0E9C-EB65-D8EC-A32B62252211}"/>
          </ac:spMkLst>
        </pc:spChg>
        <pc:spChg chg="mod">
          <ac:chgData name="Temitope  Oluwasanu" userId="087d8b91-9dad-4b7c-9f60-ba57d721baab" providerId="ADAL" clId="{36A358D3-DC8E-479D-8228-1F85A65CAE32}" dt="2026-05-31T21:09:08.804" v="1298" actId="207"/>
          <ac:spMkLst>
            <pc:docMk/>
            <pc:sldMk cId="3645990048" sldId="2147474868"/>
            <ac:spMk id="22" creationId="{867096B2-9C53-D813-9458-1FBFFF2979D1}"/>
          </ac:spMkLst>
        </pc:spChg>
        <pc:spChg chg="mod">
          <ac:chgData name="Temitope  Oluwasanu" userId="087d8b91-9dad-4b7c-9f60-ba57d721baab" providerId="ADAL" clId="{36A358D3-DC8E-479D-8228-1F85A65CAE32}" dt="2026-05-31T21:10:03.984" v="1299" actId="207"/>
          <ac:spMkLst>
            <pc:docMk/>
            <pc:sldMk cId="3645990048" sldId="2147474868"/>
            <ac:spMk id="23" creationId="{504ACB33-68B7-E800-F1FE-0A5966984744}"/>
          </ac:spMkLst>
        </pc:spChg>
        <pc:spChg chg="mod">
          <ac:chgData name="Temitope  Oluwasanu" userId="087d8b91-9dad-4b7c-9f60-ba57d721baab" providerId="ADAL" clId="{36A358D3-DC8E-479D-8228-1F85A65CAE32}" dt="2026-05-31T21:10:30.295" v="1300" actId="207"/>
          <ac:spMkLst>
            <pc:docMk/>
            <pc:sldMk cId="3645990048" sldId="2147474868"/>
            <ac:spMk id="24" creationId="{77731DE0-5208-F641-B488-A39612C317D2}"/>
          </ac:spMkLst>
        </pc:spChg>
        <pc:spChg chg="mod">
          <ac:chgData name="Temitope  Oluwasanu" userId="087d8b91-9dad-4b7c-9f60-ba57d721baab" providerId="ADAL" clId="{36A358D3-DC8E-479D-8228-1F85A65CAE32}" dt="2026-05-31T21:10:03.984" v="1299" actId="207"/>
          <ac:spMkLst>
            <pc:docMk/>
            <pc:sldMk cId="3645990048" sldId="2147474868"/>
            <ac:spMk id="25" creationId="{BC9E7084-113B-E3A2-92B9-0A396A2C8F73}"/>
          </ac:spMkLst>
        </pc:spChg>
        <pc:spChg chg="mod">
          <ac:chgData name="Temitope  Oluwasanu" userId="087d8b91-9dad-4b7c-9f60-ba57d721baab" providerId="ADAL" clId="{36A358D3-DC8E-479D-8228-1F85A65CAE32}" dt="2026-05-31T21:13:31.024" v="1309" actId="207"/>
          <ac:spMkLst>
            <pc:docMk/>
            <pc:sldMk cId="3645990048" sldId="2147474868"/>
            <ac:spMk id="26" creationId="{E9FA3D55-ACAC-9FEB-71DC-FEABFB290758}"/>
          </ac:spMkLst>
        </pc:spChg>
        <pc:spChg chg="mod">
          <ac:chgData name="Temitope  Oluwasanu" userId="087d8b91-9dad-4b7c-9f60-ba57d721baab" providerId="ADAL" clId="{36A358D3-DC8E-479D-8228-1F85A65CAE32}" dt="2026-05-31T21:13:05.989" v="1307" actId="207"/>
          <ac:spMkLst>
            <pc:docMk/>
            <pc:sldMk cId="3645990048" sldId="2147474868"/>
            <ac:spMk id="28" creationId="{0AFA8C49-FB88-EA07-BD6B-70152E6F550B}"/>
          </ac:spMkLst>
        </pc:spChg>
        <pc:spChg chg="mod">
          <ac:chgData name="Temitope  Oluwasanu" userId="087d8b91-9dad-4b7c-9f60-ba57d721baab" providerId="ADAL" clId="{36A358D3-DC8E-479D-8228-1F85A65CAE32}" dt="2026-05-31T21:09:08.804" v="1298" actId="207"/>
          <ac:spMkLst>
            <pc:docMk/>
            <pc:sldMk cId="3645990048" sldId="2147474868"/>
            <ac:spMk id="29" creationId="{8FA48FCA-F717-2969-B77B-0A396F252DC8}"/>
          </ac:spMkLst>
        </pc:spChg>
        <pc:spChg chg="add mod">
          <ac:chgData name="Temitope  Oluwasanu" userId="087d8b91-9dad-4b7c-9f60-ba57d721baab" providerId="ADAL" clId="{36A358D3-DC8E-479D-8228-1F85A65CAE32}" dt="2026-05-31T21:12:25.533" v="1305" actId="207"/>
          <ac:spMkLst>
            <pc:docMk/>
            <pc:sldMk cId="3645990048" sldId="2147474868"/>
            <ac:spMk id="30" creationId="{B05F1559-078D-640F-175E-43C41914AD9F}"/>
          </ac:spMkLst>
        </pc:spChg>
        <pc:spChg chg="mod">
          <ac:chgData name="Temitope  Oluwasanu" userId="087d8b91-9dad-4b7c-9f60-ba57d721baab" providerId="ADAL" clId="{36A358D3-DC8E-479D-8228-1F85A65CAE32}" dt="2026-05-31T21:11:54.620" v="1304" actId="207"/>
          <ac:spMkLst>
            <pc:docMk/>
            <pc:sldMk cId="3645990048" sldId="2147474868"/>
            <ac:spMk id="32" creationId="{F9867C26-F2A8-B881-144C-86EFE44BE34F}"/>
          </ac:spMkLst>
        </pc:spChg>
        <pc:spChg chg="add mod">
          <ac:chgData name="Temitope  Oluwasanu" userId="087d8b91-9dad-4b7c-9f60-ba57d721baab" providerId="ADAL" clId="{36A358D3-DC8E-479D-8228-1F85A65CAE32}" dt="2026-05-31T21:09:08.804" v="1298" actId="207"/>
          <ac:spMkLst>
            <pc:docMk/>
            <pc:sldMk cId="3645990048" sldId="2147474868"/>
            <ac:spMk id="33" creationId="{F5C13B85-BE46-04DC-9A26-2C5AE1F96CA3}"/>
          </ac:spMkLst>
        </pc:spChg>
        <pc:spChg chg="add mod">
          <ac:chgData name="Temitope  Oluwasanu" userId="087d8b91-9dad-4b7c-9f60-ba57d721baab" providerId="ADAL" clId="{36A358D3-DC8E-479D-8228-1F85A65CAE32}" dt="2026-05-31T21:12:25.533" v="1305" actId="207"/>
          <ac:spMkLst>
            <pc:docMk/>
            <pc:sldMk cId="3645990048" sldId="2147474868"/>
            <ac:spMk id="34" creationId="{8FA3B395-5EEE-B13A-8B9D-F07CFD92337A}"/>
          </ac:spMkLst>
        </pc:spChg>
        <pc:spChg chg="mod">
          <ac:chgData name="Temitope  Oluwasanu" userId="087d8b91-9dad-4b7c-9f60-ba57d721baab" providerId="ADAL" clId="{36A358D3-DC8E-479D-8228-1F85A65CAE32}" dt="2026-05-31T21:11:54.620" v="1304" actId="207"/>
          <ac:spMkLst>
            <pc:docMk/>
            <pc:sldMk cId="3645990048" sldId="2147474868"/>
            <ac:spMk id="36" creationId="{259BB070-F271-CE3A-84A7-B3563D885E93}"/>
          </ac:spMkLst>
        </pc:spChg>
        <pc:spChg chg="mod">
          <ac:chgData name="Temitope  Oluwasanu" userId="087d8b91-9dad-4b7c-9f60-ba57d721baab" providerId="ADAL" clId="{36A358D3-DC8E-479D-8228-1F85A65CAE32}" dt="2026-05-31T21:09:08.804" v="1298" actId="207"/>
          <ac:spMkLst>
            <pc:docMk/>
            <pc:sldMk cId="3645990048" sldId="2147474868"/>
            <ac:spMk id="37" creationId="{BF57025A-1745-F2E6-5A3C-AA3392F857C8}"/>
          </ac:spMkLst>
        </pc:spChg>
        <pc:spChg chg="mod">
          <ac:chgData name="Temitope  Oluwasanu" userId="087d8b91-9dad-4b7c-9f60-ba57d721baab" providerId="ADAL" clId="{36A358D3-DC8E-479D-8228-1F85A65CAE32}" dt="2026-05-31T21:12:25.533" v="1305" actId="207"/>
          <ac:spMkLst>
            <pc:docMk/>
            <pc:sldMk cId="3645990048" sldId="2147474868"/>
            <ac:spMk id="38" creationId="{0680477F-D49D-BFF8-FA42-501A2CB13191}"/>
          </ac:spMkLst>
        </pc:spChg>
        <pc:spChg chg="mod">
          <ac:chgData name="Temitope  Oluwasanu" userId="087d8b91-9dad-4b7c-9f60-ba57d721baab" providerId="ADAL" clId="{36A358D3-DC8E-479D-8228-1F85A65CAE32}" dt="2026-05-31T21:11:54.620" v="1304" actId="207"/>
          <ac:spMkLst>
            <pc:docMk/>
            <pc:sldMk cId="3645990048" sldId="2147474868"/>
            <ac:spMk id="40" creationId="{FC89D85B-A4FE-5565-8B70-E8B23A5A432C}"/>
          </ac:spMkLst>
        </pc:spChg>
        <pc:spChg chg="mod">
          <ac:chgData name="Temitope  Oluwasanu" userId="087d8b91-9dad-4b7c-9f60-ba57d721baab" providerId="ADAL" clId="{36A358D3-DC8E-479D-8228-1F85A65CAE32}" dt="2026-05-31T21:09:08.804" v="1298" actId="207"/>
          <ac:spMkLst>
            <pc:docMk/>
            <pc:sldMk cId="3645990048" sldId="2147474868"/>
            <ac:spMk id="41" creationId="{124F231B-8101-399F-7596-3E9DA1A6505B}"/>
          </ac:spMkLst>
        </pc:spChg>
        <pc:spChg chg="mod">
          <ac:chgData name="Temitope  Oluwasanu" userId="087d8b91-9dad-4b7c-9f60-ba57d721baab" providerId="ADAL" clId="{36A358D3-DC8E-479D-8228-1F85A65CAE32}" dt="2026-05-31T21:12:25.533" v="1305" actId="207"/>
          <ac:spMkLst>
            <pc:docMk/>
            <pc:sldMk cId="3645990048" sldId="2147474868"/>
            <ac:spMk id="42" creationId="{9A8FB509-DAFF-A539-8FD8-E42E09967663}"/>
          </ac:spMkLst>
        </pc:spChg>
        <pc:spChg chg="mod">
          <ac:chgData name="Temitope  Oluwasanu" userId="087d8b91-9dad-4b7c-9f60-ba57d721baab" providerId="ADAL" clId="{36A358D3-DC8E-479D-8228-1F85A65CAE32}" dt="2026-05-31T21:11:35.929" v="1303" actId="207"/>
          <ac:spMkLst>
            <pc:docMk/>
            <pc:sldMk cId="3645990048" sldId="2147474868"/>
            <ac:spMk id="43" creationId="{59916B75-AAE3-CFBB-4936-1AA5FDF9F74A}"/>
          </ac:spMkLst>
        </pc:spChg>
        <pc:spChg chg="mod">
          <ac:chgData name="Temitope  Oluwasanu" userId="087d8b91-9dad-4b7c-9f60-ba57d721baab" providerId="ADAL" clId="{36A358D3-DC8E-479D-8228-1F85A65CAE32}" dt="2026-05-31T21:11:54.620" v="1304" actId="207"/>
          <ac:spMkLst>
            <pc:docMk/>
            <pc:sldMk cId="3645990048" sldId="2147474868"/>
            <ac:spMk id="44" creationId="{DB2EAC99-F234-50AD-FA13-A6C26CA400F5}"/>
          </ac:spMkLst>
        </pc:spChg>
        <pc:spChg chg="mod">
          <ac:chgData name="Temitope  Oluwasanu" userId="087d8b91-9dad-4b7c-9f60-ba57d721baab" providerId="ADAL" clId="{36A358D3-DC8E-479D-8228-1F85A65CAE32}" dt="2026-05-31T21:09:08.804" v="1298" actId="207"/>
          <ac:spMkLst>
            <pc:docMk/>
            <pc:sldMk cId="3645990048" sldId="2147474868"/>
            <ac:spMk id="45" creationId="{BE916433-5646-4F7A-29CB-0FB4FE903A8D}"/>
          </ac:spMkLst>
        </pc:spChg>
        <pc:spChg chg="mod">
          <ac:chgData name="Temitope  Oluwasanu" userId="087d8b91-9dad-4b7c-9f60-ba57d721baab" providerId="ADAL" clId="{36A358D3-DC8E-479D-8228-1F85A65CAE32}" dt="2026-05-31T21:12:25.533" v="1305" actId="207"/>
          <ac:spMkLst>
            <pc:docMk/>
            <pc:sldMk cId="3645990048" sldId="2147474868"/>
            <ac:spMk id="46" creationId="{DE886372-1D78-93F1-5C81-17FB1DE57906}"/>
          </ac:spMkLst>
        </pc:spChg>
        <pc:spChg chg="add mod">
          <ac:chgData name="Temitope  Oluwasanu" userId="087d8b91-9dad-4b7c-9f60-ba57d721baab" providerId="ADAL" clId="{36A358D3-DC8E-479D-8228-1F85A65CAE32}" dt="2026-05-31T21:11:35.929" v="1303" actId="207"/>
          <ac:spMkLst>
            <pc:docMk/>
            <pc:sldMk cId="3645990048" sldId="2147474868"/>
            <ac:spMk id="47" creationId="{2BA56AEC-CC1E-D4B3-96AA-C0F94C815D05}"/>
          </ac:spMkLst>
        </pc:spChg>
        <pc:spChg chg="mod">
          <ac:chgData name="Temitope  Oluwasanu" userId="087d8b91-9dad-4b7c-9f60-ba57d721baab" providerId="ADAL" clId="{36A358D3-DC8E-479D-8228-1F85A65CAE32}" dt="2026-05-31T21:11:54.620" v="1304" actId="207"/>
          <ac:spMkLst>
            <pc:docMk/>
            <pc:sldMk cId="3645990048" sldId="2147474868"/>
            <ac:spMk id="48" creationId="{13E8386D-206F-9070-B3F7-D0D8B510DF41}"/>
          </ac:spMkLst>
        </pc:spChg>
        <pc:spChg chg="mod">
          <ac:chgData name="Temitope  Oluwasanu" userId="087d8b91-9dad-4b7c-9f60-ba57d721baab" providerId="ADAL" clId="{36A358D3-DC8E-479D-8228-1F85A65CAE32}" dt="2026-05-31T21:08:47.323" v="1297" actId="207"/>
          <ac:spMkLst>
            <pc:docMk/>
            <pc:sldMk cId="3645990048" sldId="2147474868"/>
            <ac:spMk id="49" creationId="{03114C9D-B225-F1C6-A965-2DD3AF09742A}"/>
          </ac:spMkLst>
        </pc:spChg>
        <pc:spChg chg="add mod">
          <ac:chgData name="Temitope  Oluwasanu" userId="087d8b91-9dad-4b7c-9f60-ba57d721baab" providerId="ADAL" clId="{36A358D3-DC8E-479D-8228-1F85A65CAE32}" dt="2026-05-31T16:07:47.137" v="903" actId="255"/>
          <ac:spMkLst>
            <pc:docMk/>
            <pc:sldMk cId="3645990048" sldId="2147474868"/>
            <ac:spMk id="54" creationId="{E4A8A8A4-82DE-631A-A5A5-73B300B635CD}"/>
          </ac:spMkLst>
        </pc:spChg>
        <pc:spChg chg="mod">
          <ac:chgData name="Temitope  Oluwasanu" userId="087d8b91-9dad-4b7c-9f60-ba57d721baab" providerId="ADAL" clId="{36A358D3-DC8E-479D-8228-1F85A65CAE32}" dt="2026-05-31T16:05:58.868" v="769" actId="6549"/>
          <ac:spMkLst>
            <pc:docMk/>
            <pc:sldMk cId="3645990048" sldId="2147474868"/>
            <ac:spMk id="76" creationId="{B099404C-6C3B-086D-8357-DD81A6757AF8}"/>
          </ac:spMkLst>
        </pc:spChg>
        <pc:spChg chg="mod">
          <ac:chgData name="Temitope  Oluwasanu" userId="087d8b91-9dad-4b7c-9f60-ba57d721baab" providerId="ADAL" clId="{36A358D3-DC8E-479D-8228-1F85A65CAE32}" dt="2026-05-31T16:07:00.614" v="899" actId="6549"/>
          <ac:spMkLst>
            <pc:docMk/>
            <pc:sldMk cId="3645990048" sldId="2147474868"/>
            <ac:spMk id="123" creationId="{0876AB88-B089-E3AC-72E1-4E761A5984B2}"/>
          </ac:spMkLst>
        </pc:spChg>
      </pc:sldChg>
      <pc:sldChg chg="addSp delSp modSp add mod">
        <pc:chgData name="Temitope  Oluwasanu" userId="087d8b91-9dad-4b7c-9f60-ba57d721baab" providerId="ADAL" clId="{36A358D3-DC8E-479D-8228-1F85A65CAE32}" dt="2026-05-31T21:14:49.961" v="1311" actId="1076"/>
        <pc:sldMkLst>
          <pc:docMk/>
          <pc:sldMk cId="2599117589" sldId="2147474869"/>
        </pc:sldMkLst>
        <pc:spChg chg="mod topLvl">
          <ac:chgData name="Temitope  Oluwasanu" userId="087d8b91-9dad-4b7c-9f60-ba57d721baab" providerId="ADAL" clId="{36A358D3-DC8E-479D-8228-1F85A65CAE32}" dt="2026-05-31T16:31:07.584" v="1216" actId="165"/>
          <ac:spMkLst>
            <pc:docMk/>
            <pc:sldMk cId="2599117589" sldId="2147474869"/>
            <ac:spMk id="6" creationId="{9004063A-E29F-3F84-4606-DAA2B338399B}"/>
          </ac:spMkLst>
        </pc:spChg>
        <pc:spChg chg="mod topLvl">
          <ac:chgData name="Temitope  Oluwasanu" userId="087d8b91-9dad-4b7c-9f60-ba57d721baab" providerId="ADAL" clId="{36A358D3-DC8E-479D-8228-1F85A65CAE32}" dt="2026-05-31T16:31:07.584" v="1216" actId="165"/>
          <ac:spMkLst>
            <pc:docMk/>
            <pc:sldMk cId="2599117589" sldId="2147474869"/>
            <ac:spMk id="7" creationId="{A4720A22-F48A-59ED-C649-4A7D2A084A19}"/>
          </ac:spMkLst>
        </pc:spChg>
        <pc:spChg chg="mod topLvl">
          <ac:chgData name="Temitope  Oluwasanu" userId="087d8b91-9dad-4b7c-9f60-ba57d721baab" providerId="ADAL" clId="{36A358D3-DC8E-479D-8228-1F85A65CAE32}" dt="2026-05-31T16:31:35.584" v="1234" actId="20577"/>
          <ac:spMkLst>
            <pc:docMk/>
            <pc:sldMk cId="2599117589" sldId="2147474869"/>
            <ac:spMk id="9" creationId="{D90FF529-985D-716C-C3CE-2BED466CF8E5}"/>
          </ac:spMkLst>
        </pc:spChg>
        <pc:spChg chg="mod topLvl">
          <ac:chgData name="Temitope  Oluwasanu" userId="087d8b91-9dad-4b7c-9f60-ba57d721baab" providerId="ADAL" clId="{36A358D3-DC8E-479D-8228-1F85A65CAE32}" dt="2026-05-31T16:31:14.427" v="1217" actId="108"/>
          <ac:spMkLst>
            <pc:docMk/>
            <pc:sldMk cId="2599117589" sldId="2147474869"/>
            <ac:spMk id="10" creationId="{6EB90F8E-E8A9-60E3-23A2-1F14323B6A2F}"/>
          </ac:spMkLst>
        </pc:spChg>
        <pc:spChg chg="mod topLvl">
          <ac:chgData name="Temitope  Oluwasanu" userId="087d8b91-9dad-4b7c-9f60-ba57d721baab" providerId="ADAL" clId="{36A358D3-DC8E-479D-8228-1F85A65CAE32}" dt="2026-05-31T16:31:19.599" v="1220" actId="20577"/>
          <ac:spMkLst>
            <pc:docMk/>
            <pc:sldMk cId="2599117589" sldId="2147474869"/>
            <ac:spMk id="11" creationId="{291A0308-C1EB-6459-9DEB-A654C66D6E02}"/>
          </ac:spMkLst>
        </pc:spChg>
        <pc:spChg chg="mod topLvl">
          <ac:chgData name="Temitope  Oluwasanu" userId="087d8b91-9dad-4b7c-9f60-ba57d721baab" providerId="ADAL" clId="{36A358D3-DC8E-479D-8228-1F85A65CAE32}" dt="2026-05-31T16:31:07.584" v="1216" actId="165"/>
          <ac:spMkLst>
            <pc:docMk/>
            <pc:sldMk cId="2599117589" sldId="2147474869"/>
            <ac:spMk id="12" creationId="{66477A2D-6DBF-15E3-C486-E29AF953CAE8}"/>
          </ac:spMkLst>
        </pc:spChg>
        <pc:spChg chg="mod">
          <ac:chgData name="Temitope  Oluwasanu" userId="087d8b91-9dad-4b7c-9f60-ba57d721baab" providerId="ADAL" clId="{36A358D3-DC8E-479D-8228-1F85A65CAE32}" dt="2026-05-31T21:14:49.961" v="1311" actId="1076"/>
          <ac:spMkLst>
            <pc:docMk/>
            <pc:sldMk cId="2599117589" sldId="2147474869"/>
            <ac:spMk id="79" creationId="{529D7021-B338-E405-8C0F-9AFAB63746BC}"/>
          </ac:spMkLst>
        </pc:spChg>
        <pc:spChg chg="mod topLvl">
          <ac:chgData name="Temitope  Oluwasanu" userId="087d8b91-9dad-4b7c-9f60-ba57d721baab" providerId="ADAL" clId="{36A358D3-DC8E-479D-8228-1F85A65CAE32}" dt="2026-05-31T16:32:21.226" v="1241" actId="1076"/>
          <ac:spMkLst>
            <pc:docMk/>
            <pc:sldMk cId="2599117589" sldId="2147474869"/>
            <ac:spMk id="80" creationId="{57BD8A09-4BB2-1B86-C6CB-8B6E5A99C686}"/>
          </ac:spMkLst>
        </pc:spChg>
        <pc:spChg chg="mod topLvl">
          <ac:chgData name="Temitope  Oluwasanu" userId="087d8b91-9dad-4b7c-9f60-ba57d721baab" providerId="ADAL" clId="{36A358D3-DC8E-479D-8228-1F85A65CAE32}" dt="2026-05-31T16:32:21.226" v="1241" actId="1076"/>
          <ac:spMkLst>
            <pc:docMk/>
            <pc:sldMk cId="2599117589" sldId="2147474869"/>
            <ac:spMk id="81" creationId="{50AFAE2B-6B15-DC7C-9269-43CFE5AB45E4}"/>
          </ac:spMkLst>
        </pc:spChg>
        <pc:spChg chg="mod topLvl">
          <ac:chgData name="Temitope  Oluwasanu" userId="087d8b91-9dad-4b7c-9f60-ba57d721baab" providerId="ADAL" clId="{36A358D3-DC8E-479D-8228-1F85A65CAE32}" dt="2026-05-31T16:32:21.226" v="1241" actId="1076"/>
          <ac:spMkLst>
            <pc:docMk/>
            <pc:sldMk cId="2599117589" sldId="2147474869"/>
            <ac:spMk id="83" creationId="{46355F01-8391-9B7F-8D08-C8FDD8BAE39D}"/>
          </ac:spMkLst>
        </pc:spChg>
        <pc:spChg chg="mod topLvl">
          <ac:chgData name="Temitope  Oluwasanu" userId="087d8b91-9dad-4b7c-9f60-ba57d721baab" providerId="ADAL" clId="{36A358D3-DC8E-479D-8228-1F85A65CAE32}" dt="2026-05-31T16:32:21.226" v="1241" actId="1076"/>
          <ac:spMkLst>
            <pc:docMk/>
            <pc:sldMk cId="2599117589" sldId="2147474869"/>
            <ac:spMk id="84" creationId="{9BF77C7C-E487-9815-4A78-8F1D36BDF09B}"/>
          </ac:spMkLst>
        </pc:spChg>
        <pc:spChg chg="mod topLvl">
          <ac:chgData name="Temitope  Oluwasanu" userId="087d8b91-9dad-4b7c-9f60-ba57d721baab" providerId="ADAL" clId="{36A358D3-DC8E-479D-8228-1F85A65CAE32}" dt="2026-05-31T16:32:21.226" v="1241" actId="1076"/>
          <ac:spMkLst>
            <pc:docMk/>
            <pc:sldMk cId="2599117589" sldId="2147474869"/>
            <ac:spMk id="85" creationId="{719E0FC0-BEEF-23B0-076E-D7A297689B3F}"/>
          </ac:spMkLst>
        </pc:spChg>
        <pc:spChg chg="mod topLvl">
          <ac:chgData name="Temitope  Oluwasanu" userId="087d8b91-9dad-4b7c-9f60-ba57d721baab" providerId="ADAL" clId="{36A358D3-DC8E-479D-8228-1F85A65CAE32}" dt="2026-05-31T16:32:21.226" v="1241" actId="1076"/>
          <ac:spMkLst>
            <pc:docMk/>
            <pc:sldMk cId="2599117589" sldId="2147474869"/>
            <ac:spMk id="86" creationId="{D34816EB-A08A-5E32-CB15-EAD6E5286BD1}"/>
          </ac:spMkLst>
        </pc:spChg>
        <pc:spChg chg="mod topLvl">
          <ac:chgData name="Temitope  Oluwasanu" userId="087d8b91-9dad-4b7c-9f60-ba57d721baab" providerId="ADAL" clId="{36A358D3-DC8E-479D-8228-1F85A65CAE32}" dt="2026-05-31T16:30:41.875" v="1213" actId="164"/>
          <ac:spMkLst>
            <pc:docMk/>
            <pc:sldMk cId="2599117589" sldId="2147474869"/>
            <ac:spMk id="87" creationId="{DD41AEF2-14D2-7334-EBBC-34C75DA3CF92}"/>
          </ac:spMkLst>
        </pc:spChg>
        <pc:spChg chg="mod topLvl">
          <ac:chgData name="Temitope  Oluwasanu" userId="087d8b91-9dad-4b7c-9f60-ba57d721baab" providerId="ADAL" clId="{36A358D3-DC8E-479D-8228-1F85A65CAE32}" dt="2026-05-31T16:30:41.875" v="1213" actId="164"/>
          <ac:spMkLst>
            <pc:docMk/>
            <pc:sldMk cId="2599117589" sldId="2147474869"/>
            <ac:spMk id="88" creationId="{A79BC4D8-41A1-19E4-FEBC-B9D85A16CEC4}"/>
          </ac:spMkLst>
        </pc:spChg>
        <pc:spChg chg="mod topLvl">
          <ac:chgData name="Temitope  Oluwasanu" userId="087d8b91-9dad-4b7c-9f60-ba57d721baab" providerId="ADAL" clId="{36A358D3-DC8E-479D-8228-1F85A65CAE32}" dt="2026-05-31T16:30:41.875" v="1213" actId="164"/>
          <ac:spMkLst>
            <pc:docMk/>
            <pc:sldMk cId="2599117589" sldId="2147474869"/>
            <ac:spMk id="90" creationId="{8BA7C388-20BA-FF7D-AB12-2597255C799D}"/>
          </ac:spMkLst>
        </pc:spChg>
        <pc:spChg chg="mod topLvl">
          <ac:chgData name="Temitope  Oluwasanu" userId="087d8b91-9dad-4b7c-9f60-ba57d721baab" providerId="ADAL" clId="{36A358D3-DC8E-479D-8228-1F85A65CAE32}" dt="2026-05-31T16:30:41.875" v="1213" actId="164"/>
          <ac:spMkLst>
            <pc:docMk/>
            <pc:sldMk cId="2599117589" sldId="2147474869"/>
            <ac:spMk id="91" creationId="{51E633F9-1392-7070-6F82-24D3E72A3ACC}"/>
          </ac:spMkLst>
        </pc:spChg>
        <pc:spChg chg="mod topLvl">
          <ac:chgData name="Temitope  Oluwasanu" userId="087d8b91-9dad-4b7c-9f60-ba57d721baab" providerId="ADAL" clId="{36A358D3-DC8E-479D-8228-1F85A65CAE32}" dt="2026-05-31T16:30:41.875" v="1213" actId="164"/>
          <ac:spMkLst>
            <pc:docMk/>
            <pc:sldMk cId="2599117589" sldId="2147474869"/>
            <ac:spMk id="92" creationId="{5398EA5F-8FA4-F05D-0367-B594108E7724}"/>
          </ac:spMkLst>
        </pc:spChg>
        <pc:spChg chg="mod">
          <ac:chgData name="Temitope  Oluwasanu" userId="087d8b91-9dad-4b7c-9f60-ba57d721baab" providerId="ADAL" clId="{36A358D3-DC8E-479D-8228-1F85A65CAE32}" dt="2026-05-31T16:30:41.875" v="1213" actId="164"/>
          <ac:spMkLst>
            <pc:docMk/>
            <pc:sldMk cId="2599117589" sldId="2147474869"/>
            <ac:spMk id="93" creationId="{C1CCE907-E6D9-1B96-01D3-C1EE2B3E6783}"/>
          </ac:spMkLst>
        </pc:spChg>
        <pc:spChg chg="mod topLvl">
          <ac:chgData name="Temitope  Oluwasanu" userId="087d8b91-9dad-4b7c-9f60-ba57d721baab" providerId="ADAL" clId="{36A358D3-DC8E-479D-8228-1F85A65CAE32}" dt="2026-05-31T16:30:06.545" v="1209" actId="165"/>
          <ac:spMkLst>
            <pc:docMk/>
            <pc:sldMk cId="2599117589" sldId="2147474869"/>
            <ac:spMk id="94" creationId="{814E2EE5-D23C-BE18-FD2C-951D026A1F92}"/>
          </ac:spMkLst>
        </pc:spChg>
        <pc:spChg chg="mod topLvl">
          <ac:chgData name="Temitope  Oluwasanu" userId="087d8b91-9dad-4b7c-9f60-ba57d721baab" providerId="ADAL" clId="{36A358D3-DC8E-479D-8228-1F85A65CAE32}" dt="2026-05-31T16:30:06.545" v="1209" actId="165"/>
          <ac:spMkLst>
            <pc:docMk/>
            <pc:sldMk cId="2599117589" sldId="2147474869"/>
            <ac:spMk id="98" creationId="{9605DFE4-804B-1B38-6404-285E48DEBF98}"/>
          </ac:spMkLst>
        </pc:spChg>
        <pc:spChg chg="mod topLvl">
          <ac:chgData name="Temitope  Oluwasanu" userId="087d8b91-9dad-4b7c-9f60-ba57d721baab" providerId="ADAL" clId="{36A358D3-DC8E-479D-8228-1F85A65CAE32}" dt="2026-05-31T16:30:06.545" v="1209" actId="165"/>
          <ac:spMkLst>
            <pc:docMk/>
            <pc:sldMk cId="2599117589" sldId="2147474869"/>
            <ac:spMk id="105" creationId="{8ADEB133-B4F7-50BE-3C80-284CE5D8C6D5}"/>
          </ac:spMkLst>
        </pc:spChg>
        <pc:spChg chg="mod topLvl">
          <ac:chgData name="Temitope  Oluwasanu" userId="087d8b91-9dad-4b7c-9f60-ba57d721baab" providerId="ADAL" clId="{36A358D3-DC8E-479D-8228-1F85A65CAE32}" dt="2026-05-31T16:30:06.545" v="1209" actId="165"/>
          <ac:spMkLst>
            <pc:docMk/>
            <pc:sldMk cId="2599117589" sldId="2147474869"/>
            <ac:spMk id="106" creationId="{82FF0F32-26DB-C202-E5E6-847A9416F6E4}"/>
          </ac:spMkLst>
        </pc:spChg>
        <pc:spChg chg="mod topLvl">
          <ac:chgData name="Temitope  Oluwasanu" userId="087d8b91-9dad-4b7c-9f60-ba57d721baab" providerId="ADAL" clId="{36A358D3-DC8E-479D-8228-1F85A65CAE32}" dt="2026-05-31T16:30:06.545" v="1209" actId="165"/>
          <ac:spMkLst>
            <pc:docMk/>
            <pc:sldMk cId="2599117589" sldId="2147474869"/>
            <ac:spMk id="109" creationId="{87F49D60-5B00-164F-32B2-BB3C77720818}"/>
          </ac:spMkLst>
        </pc:spChg>
        <pc:spChg chg="mod topLvl">
          <ac:chgData name="Temitope  Oluwasanu" userId="087d8b91-9dad-4b7c-9f60-ba57d721baab" providerId="ADAL" clId="{36A358D3-DC8E-479D-8228-1F85A65CAE32}" dt="2026-05-31T16:30:06.545" v="1209" actId="165"/>
          <ac:spMkLst>
            <pc:docMk/>
            <pc:sldMk cId="2599117589" sldId="2147474869"/>
            <ac:spMk id="113" creationId="{E100D02C-AED5-6680-2118-BFC2A9A7C1B9}"/>
          </ac:spMkLst>
        </pc:spChg>
        <pc:spChg chg="mod topLvl">
          <ac:chgData name="Temitope  Oluwasanu" userId="087d8b91-9dad-4b7c-9f60-ba57d721baab" providerId="ADAL" clId="{36A358D3-DC8E-479D-8228-1F85A65CAE32}" dt="2026-05-31T16:30:06.545" v="1209" actId="165"/>
          <ac:spMkLst>
            <pc:docMk/>
            <pc:sldMk cId="2599117589" sldId="2147474869"/>
            <ac:spMk id="116" creationId="{368B0C07-B25B-B297-7988-3FD3223E1031}"/>
          </ac:spMkLst>
        </pc:spChg>
        <pc:grpChg chg="add mod">
          <ac:chgData name="Temitope  Oluwasanu" userId="087d8b91-9dad-4b7c-9f60-ba57d721baab" providerId="ADAL" clId="{36A358D3-DC8E-479D-8228-1F85A65CAE32}" dt="2026-05-31T16:32:21.226" v="1241" actId="1076"/>
          <ac:grpSpMkLst>
            <pc:docMk/>
            <pc:sldMk cId="2599117589" sldId="2147474869"/>
            <ac:grpSpMk id="4" creationId="{C47B913F-8DF4-F4FF-58D9-1CA1DD94C741}"/>
          </ac:grpSpMkLst>
        </pc:grpChg>
        <pc:picChg chg="add mod">
          <ac:chgData name="Temitope  Oluwasanu" userId="087d8b91-9dad-4b7c-9f60-ba57d721baab" providerId="ADAL" clId="{36A358D3-DC8E-479D-8228-1F85A65CAE32}" dt="2026-05-31T16:32:09.441" v="1237" actId="1076"/>
          <ac:picMkLst>
            <pc:docMk/>
            <pc:sldMk cId="2599117589" sldId="2147474869"/>
            <ac:picMk id="13" creationId="{C5B6B32A-DFCE-F4EB-9084-48AF19F30F27}"/>
          </ac:picMkLst>
        </pc:picChg>
        <pc:picChg chg="mod">
          <ac:chgData name="Temitope  Oluwasanu" userId="087d8b91-9dad-4b7c-9f60-ba57d721baab" providerId="ADAL" clId="{36A358D3-DC8E-479D-8228-1F85A65CAE32}" dt="2026-05-31T16:32:21.226" v="1241" actId="1076"/>
          <ac:picMkLst>
            <pc:docMk/>
            <pc:sldMk cId="2599117589" sldId="2147474869"/>
            <ac:picMk id="82" creationId="{3949A5CB-F51D-0DEA-63FB-0945B44FB14B}"/>
          </ac:picMkLst>
        </pc:picChg>
        <pc:picChg chg="mod">
          <ac:chgData name="Temitope  Oluwasanu" userId="087d8b91-9dad-4b7c-9f60-ba57d721baab" providerId="ADAL" clId="{36A358D3-DC8E-479D-8228-1F85A65CAE32}" dt="2026-05-31T16:30:41.875" v="1213" actId="164"/>
          <ac:picMkLst>
            <pc:docMk/>
            <pc:sldMk cId="2599117589" sldId="2147474869"/>
            <ac:picMk id="89" creationId="{9FB4A476-4B6A-54C7-851F-E09CA72CDEE3}"/>
          </ac:picMkLst>
        </pc:picChg>
      </pc:sldChg>
      <pc:sldChg chg="addSp delSp modSp add mod">
        <pc:chgData name="Temitope  Oluwasanu" userId="087d8b91-9dad-4b7c-9f60-ba57d721baab" providerId="ADAL" clId="{36A358D3-DC8E-479D-8228-1F85A65CAE32}" dt="2026-05-31T17:15:20.252" v="1296" actId="20577"/>
        <pc:sldMkLst>
          <pc:docMk/>
          <pc:sldMk cId="342695745" sldId="2147474870"/>
        </pc:sldMkLst>
        <pc:spChg chg="add mod">
          <ac:chgData name="Temitope  Oluwasanu" userId="087d8b91-9dad-4b7c-9f60-ba57d721baab" providerId="ADAL" clId="{36A358D3-DC8E-479D-8228-1F85A65CAE32}" dt="2026-05-31T16:59:03.297" v="1273" actId="14100"/>
          <ac:spMkLst>
            <pc:docMk/>
            <pc:sldMk cId="342695745" sldId="2147474870"/>
            <ac:spMk id="2" creationId="{D3524D78-B4B7-DCB8-89C6-E16D42E06871}"/>
          </ac:spMkLst>
        </pc:spChg>
        <pc:spChg chg="add mod">
          <ac:chgData name="Temitope  Oluwasanu" userId="087d8b91-9dad-4b7c-9f60-ba57d721baab" providerId="ADAL" clId="{36A358D3-DC8E-479D-8228-1F85A65CAE32}" dt="2026-05-31T16:58:53.790" v="1271" actId="1076"/>
          <ac:spMkLst>
            <pc:docMk/>
            <pc:sldMk cId="342695745" sldId="2147474870"/>
            <ac:spMk id="14" creationId="{B04F1E24-BB8C-8B39-1364-F8E32D9DBE48}"/>
          </ac:spMkLst>
        </pc:spChg>
        <pc:spChg chg="add mod">
          <ac:chgData name="Temitope  Oluwasanu" userId="087d8b91-9dad-4b7c-9f60-ba57d721baab" providerId="ADAL" clId="{36A358D3-DC8E-479D-8228-1F85A65CAE32}" dt="2026-05-31T16:58:53.790" v="1271" actId="1076"/>
          <ac:spMkLst>
            <pc:docMk/>
            <pc:sldMk cId="342695745" sldId="2147474870"/>
            <ac:spMk id="16" creationId="{3AB08F1D-6216-E283-F9C5-B40445C7AAFD}"/>
          </ac:spMkLst>
        </pc:spChg>
        <pc:spChg chg="mod">
          <ac:chgData name="Temitope  Oluwasanu" userId="087d8b91-9dad-4b7c-9f60-ba57d721baab" providerId="ADAL" clId="{36A358D3-DC8E-479D-8228-1F85A65CAE32}" dt="2026-05-31T17:15:01.502" v="1289"/>
          <ac:spMkLst>
            <pc:docMk/>
            <pc:sldMk cId="342695745" sldId="2147474870"/>
            <ac:spMk id="21" creationId="{4AFD10D8-4B84-15EA-E9F8-88B95B7CBFCC}"/>
          </ac:spMkLst>
        </pc:spChg>
        <pc:spChg chg="mod">
          <ac:chgData name="Temitope  Oluwasanu" userId="087d8b91-9dad-4b7c-9f60-ba57d721baab" providerId="ADAL" clId="{36A358D3-DC8E-479D-8228-1F85A65CAE32}" dt="2026-05-31T17:14:22.724" v="1287"/>
          <ac:spMkLst>
            <pc:docMk/>
            <pc:sldMk cId="342695745" sldId="2147474870"/>
            <ac:spMk id="24" creationId="{E0393E11-FA3F-9E99-556E-299E0C13224A}"/>
          </ac:spMkLst>
        </pc:spChg>
        <pc:spChg chg="add mod">
          <ac:chgData name="Temitope  Oluwasanu" userId="087d8b91-9dad-4b7c-9f60-ba57d721baab" providerId="ADAL" clId="{36A358D3-DC8E-479D-8228-1F85A65CAE32}" dt="2026-05-31T16:58:53.790" v="1271" actId="1076"/>
          <ac:spMkLst>
            <pc:docMk/>
            <pc:sldMk cId="342695745" sldId="2147474870"/>
            <ac:spMk id="28" creationId="{F4070F85-F320-AA47-4FC4-C402B9E3F9F2}"/>
          </ac:spMkLst>
        </pc:spChg>
        <pc:spChg chg="add mod">
          <ac:chgData name="Temitope  Oluwasanu" userId="087d8b91-9dad-4b7c-9f60-ba57d721baab" providerId="ADAL" clId="{36A358D3-DC8E-479D-8228-1F85A65CAE32}" dt="2026-05-31T17:15:20.252" v="1296" actId="20577"/>
          <ac:spMkLst>
            <pc:docMk/>
            <pc:sldMk cId="342695745" sldId="2147474870"/>
            <ac:spMk id="32" creationId="{F25C4954-C0BD-F49B-64FA-37EF640C97DC}"/>
          </ac:spMkLst>
        </pc:spChg>
        <pc:spChg chg="add mod">
          <ac:chgData name="Temitope  Oluwasanu" userId="087d8b91-9dad-4b7c-9f60-ba57d721baab" providerId="ADAL" clId="{36A358D3-DC8E-479D-8228-1F85A65CAE32}" dt="2026-05-31T16:58:53.790" v="1271" actId="1076"/>
          <ac:spMkLst>
            <pc:docMk/>
            <pc:sldMk cId="342695745" sldId="2147474870"/>
            <ac:spMk id="44" creationId="{7E357F14-C47C-919B-62F5-94B4D19797F6}"/>
          </ac:spMkLst>
        </pc:spChg>
        <pc:spChg chg="add mod">
          <ac:chgData name="Temitope  Oluwasanu" userId="087d8b91-9dad-4b7c-9f60-ba57d721baab" providerId="ADAL" clId="{36A358D3-DC8E-479D-8228-1F85A65CAE32}" dt="2026-05-31T16:58:53.790" v="1271" actId="1076"/>
          <ac:spMkLst>
            <pc:docMk/>
            <pc:sldMk cId="342695745" sldId="2147474870"/>
            <ac:spMk id="50" creationId="{E9C66ACE-4631-0C17-8A00-A18787466CDB}"/>
          </ac:spMkLst>
        </pc:spChg>
        <pc:spChg chg="add mod">
          <ac:chgData name="Temitope  Oluwasanu" userId="087d8b91-9dad-4b7c-9f60-ba57d721baab" providerId="ADAL" clId="{36A358D3-DC8E-479D-8228-1F85A65CAE32}" dt="2026-05-31T16:58:53.790" v="1271" actId="1076"/>
          <ac:spMkLst>
            <pc:docMk/>
            <pc:sldMk cId="342695745" sldId="2147474870"/>
            <ac:spMk id="72" creationId="{0BED13DC-E8F9-D738-83BF-D87AA876D5D3}"/>
          </ac:spMkLst>
        </pc:spChg>
        <pc:spChg chg="mod">
          <ac:chgData name="Temitope  Oluwasanu" userId="087d8b91-9dad-4b7c-9f60-ba57d721baab" providerId="ADAL" clId="{36A358D3-DC8E-479D-8228-1F85A65CAE32}" dt="2026-05-31T16:55:32.204" v="1259"/>
          <ac:spMkLst>
            <pc:docMk/>
            <pc:sldMk cId="342695745" sldId="2147474870"/>
            <ac:spMk id="76" creationId="{77309DA6-4148-07BD-4151-5133C482A934}"/>
          </ac:spMkLst>
        </pc:spChg>
        <pc:spChg chg="mod">
          <ac:chgData name="Temitope  Oluwasanu" userId="087d8b91-9dad-4b7c-9f60-ba57d721baab" providerId="ADAL" clId="{36A358D3-DC8E-479D-8228-1F85A65CAE32}" dt="2026-05-31T16:55:58.268" v="1265" actId="20577"/>
          <ac:spMkLst>
            <pc:docMk/>
            <pc:sldMk cId="342695745" sldId="2147474870"/>
            <ac:spMk id="123" creationId="{F833E230-D5D0-3532-B3EE-58C5581F3512}"/>
          </ac:spMkLst>
        </pc:spChg>
        <pc:spChg chg="add mod">
          <ac:chgData name="Temitope  Oluwasanu" userId="087d8b91-9dad-4b7c-9f60-ba57d721baab" providerId="ADAL" clId="{36A358D3-DC8E-479D-8228-1F85A65CAE32}" dt="2026-05-31T16:58:53.790" v="1271" actId="1076"/>
          <ac:spMkLst>
            <pc:docMk/>
            <pc:sldMk cId="342695745" sldId="2147474870"/>
            <ac:spMk id="130" creationId="{B4760395-CCD2-AE0B-DE56-B95374EEAF17}"/>
          </ac:spMkLst>
        </pc:spChg>
        <pc:spChg chg="add mod">
          <ac:chgData name="Temitope  Oluwasanu" userId="087d8b91-9dad-4b7c-9f60-ba57d721baab" providerId="ADAL" clId="{36A358D3-DC8E-479D-8228-1F85A65CAE32}" dt="2026-05-31T16:58:53.790" v="1271" actId="1076"/>
          <ac:spMkLst>
            <pc:docMk/>
            <pc:sldMk cId="342695745" sldId="2147474870"/>
            <ac:spMk id="134" creationId="{4ABFBE21-A3E0-AA8C-C3F9-E348E997E6F6}"/>
          </ac:spMkLst>
        </pc:spChg>
        <pc:spChg chg="add mod">
          <ac:chgData name="Temitope  Oluwasanu" userId="087d8b91-9dad-4b7c-9f60-ba57d721baab" providerId="ADAL" clId="{36A358D3-DC8E-479D-8228-1F85A65CAE32}" dt="2026-05-31T16:58:53.790" v="1271" actId="1076"/>
          <ac:spMkLst>
            <pc:docMk/>
            <pc:sldMk cId="342695745" sldId="2147474870"/>
            <ac:spMk id="148" creationId="{66071AD4-B691-F81B-46CE-A3B4CE9ED0D6}"/>
          </ac:spMkLst>
        </pc:spChg>
      </pc:sldChg>
      <pc:sldChg chg="del">
        <pc:chgData name="Temitope  Oluwasanu" userId="087d8b91-9dad-4b7c-9f60-ba57d721baab" providerId="ADAL" clId="{36A358D3-DC8E-479D-8228-1F85A65CAE32}" dt="2026-06-03T11:51:33.934" v="1314" actId="47"/>
        <pc:sldMkLst>
          <pc:docMk/>
          <pc:sldMk cId="1441376066" sldId="2147474871"/>
        </pc:sldMkLst>
      </pc:sldChg>
      <pc:sldMasterChg chg="delSldLayout modSldLayout">
        <pc:chgData name="Temitope  Oluwasanu" userId="087d8b91-9dad-4b7c-9f60-ba57d721baab" providerId="ADAL" clId="{36A358D3-DC8E-479D-8228-1F85A65CAE32}" dt="2026-05-31T21:27:10.903" v="1313" actId="478"/>
        <pc:sldMasterMkLst>
          <pc:docMk/>
          <pc:sldMasterMk cId="2526670395" sldId="2147483648"/>
        </pc:sldMasterMkLst>
        <pc:sldLayoutChg chg="delSp mod">
          <pc:chgData name="Temitope  Oluwasanu" userId="087d8b91-9dad-4b7c-9f60-ba57d721baab" providerId="ADAL" clId="{36A358D3-DC8E-479D-8228-1F85A65CAE32}" dt="2026-05-31T21:27:10.903" v="1313" actId="478"/>
          <pc:sldLayoutMkLst>
            <pc:docMk/>
            <pc:sldMasterMk cId="2526670395" sldId="2147483648"/>
            <pc:sldLayoutMk cId="2307230852" sldId="2147483655"/>
          </pc:sldLayoutMkLst>
        </pc:sldLayoutChg>
      </pc:sldMasterChg>
    </pc:docChg>
  </pc:docChgLst>
  <pc:docChgLst>
    <pc:chgData name="Mide Popoola" userId="S::mide.popoola@del.energy::752dd2f6-c152-4ddd-b936-c686ec2ec949" providerId="AD" clId="Web-{92A0F62C-335F-5BE4-AAF6-CAF3CCE17026}"/>
    <pc:docChg chg="modSld">
      <pc:chgData name="Mide Popoola" userId="S::mide.popoola@del.energy::752dd2f6-c152-4ddd-b936-c686ec2ec949" providerId="AD" clId="Web-{92A0F62C-335F-5BE4-AAF6-CAF3CCE17026}" dt="2026-05-30T18:37:19.037" v="34" actId="20577"/>
      <pc:docMkLst>
        <pc:docMk/>
      </pc:docMkLst>
      <pc:sldChg chg="modSp">
        <pc:chgData name="Mide Popoola" userId="S::mide.popoola@del.energy::752dd2f6-c152-4ddd-b936-c686ec2ec949" providerId="AD" clId="Web-{92A0F62C-335F-5BE4-AAF6-CAF3CCE17026}" dt="2026-05-30T18:26:31.433" v="9" actId="20577"/>
        <pc:sldMkLst>
          <pc:docMk/>
          <pc:sldMk cId="2010380014" sldId="2147474853"/>
        </pc:sldMkLst>
        <pc:spChg chg="mod">
          <ac:chgData name="Mide Popoola" userId="S::mide.popoola@del.energy::752dd2f6-c152-4ddd-b936-c686ec2ec949" providerId="AD" clId="Web-{92A0F62C-335F-5BE4-AAF6-CAF3CCE17026}" dt="2026-05-30T18:26:31.433" v="9" actId="20577"/>
          <ac:spMkLst>
            <pc:docMk/>
            <pc:sldMk cId="2010380014" sldId="2147474853"/>
            <ac:spMk id="67" creationId="{D1EA6023-2E84-F296-A510-EEC13A431AD2}"/>
          </ac:spMkLst>
        </pc:spChg>
        <pc:spChg chg="mod">
          <ac:chgData name="Mide Popoola" userId="S::mide.popoola@del.energy::752dd2f6-c152-4ddd-b936-c686ec2ec949" providerId="AD" clId="Web-{92A0F62C-335F-5BE4-AAF6-CAF3CCE17026}" dt="2026-05-30T18:26:30.043" v="7" actId="20577"/>
          <ac:spMkLst>
            <pc:docMk/>
            <pc:sldMk cId="2010380014" sldId="2147474853"/>
            <ac:spMk id="86" creationId="{130BF609-E7A7-5421-4AC4-AF38029E007B}"/>
          </ac:spMkLst>
        </pc:spChg>
      </pc:sldChg>
      <pc:sldChg chg="modSp">
        <pc:chgData name="Mide Popoola" userId="S::mide.popoola@del.energy::752dd2f6-c152-4ddd-b936-c686ec2ec949" providerId="AD" clId="Web-{92A0F62C-335F-5BE4-AAF6-CAF3CCE17026}" dt="2026-05-30T18:37:19.037" v="34" actId="20577"/>
        <pc:sldMkLst>
          <pc:docMk/>
          <pc:sldMk cId="2553842121" sldId="2147474857"/>
        </pc:sldMkLst>
        <pc:spChg chg="mod">
          <ac:chgData name="Mide Popoola" userId="S::mide.popoola@del.energy::752dd2f6-c152-4ddd-b936-c686ec2ec949" providerId="AD" clId="Web-{92A0F62C-335F-5BE4-AAF6-CAF3CCE17026}" dt="2026-05-30T18:34:03.170" v="31" actId="20577"/>
          <ac:spMkLst>
            <pc:docMk/>
            <pc:sldMk cId="2553842121" sldId="2147474857"/>
            <ac:spMk id="38" creationId="{702EE9FB-69C3-3942-5DD5-41B16AE0540A}"/>
          </ac:spMkLst>
        </pc:spChg>
        <pc:spChg chg="mod">
          <ac:chgData name="Mide Popoola" userId="S::mide.popoola@del.energy::752dd2f6-c152-4ddd-b936-c686ec2ec949" providerId="AD" clId="Web-{92A0F62C-335F-5BE4-AAF6-CAF3CCE17026}" dt="2026-05-30T18:37:19.037" v="34" actId="20577"/>
          <ac:spMkLst>
            <pc:docMk/>
            <pc:sldMk cId="2553842121" sldId="2147474857"/>
            <ac:spMk id="40" creationId="{73A24BAC-E30C-F3F5-0F64-1B134FB16A6D}"/>
          </ac:spMkLst>
        </pc:spChg>
      </pc:sldChg>
    </pc:docChg>
  </pc:docChgLst>
  <pc:docChgLst>
    <pc:chgData name="Mide Popoola" userId="752dd2f6-c152-4ddd-b936-c686ec2ec949" providerId="ADAL" clId="{B75D7FA3-40DF-4535-B00B-E1D1EBC8E741}"/>
    <pc:docChg chg="undo custSel addSld delSld modSld sldOrd modSection">
      <pc:chgData name="Mide Popoola" userId="752dd2f6-c152-4ddd-b936-c686ec2ec949" providerId="ADAL" clId="{B75D7FA3-40DF-4535-B00B-E1D1EBC8E741}" dt="2026-05-31T23:40:51.270" v="1060" actId="729"/>
      <pc:docMkLst>
        <pc:docMk/>
      </pc:docMkLst>
      <pc:sldChg chg="add del ord">
        <pc:chgData name="Mide Popoola" userId="752dd2f6-c152-4ddd-b936-c686ec2ec949" providerId="ADAL" clId="{B75D7FA3-40DF-4535-B00B-E1D1EBC8E741}" dt="2026-05-31T23:40:35.464" v="1059" actId="47"/>
        <pc:sldMkLst>
          <pc:docMk/>
          <pc:sldMk cId="0" sldId="266"/>
        </pc:sldMkLst>
      </pc:sldChg>
      <pc:sldChg chg="delSp modSp mod">
        <pc:chgData name="Mide Popoola" userId="752dd2f6-c152-4ddd-b936-c686ec2ec949" providerId="ADAL" clId="{B75D7FA3-40DF-4535-B00B-E1D1EBC8E741}" dt="2026-05-31T22:43:27.590" v="94" actId="20577"/>
        <pc:sldMkLst>
          <pc:docMk/>
          <pc:sldMk cId="2553842121" sldId="2147474857"/>
        </pc:sldMkLst>
        <pc:spChg chg="del">
          <ac:chgData name="Mide Popoola" userId="752dd2f6-c152-4ddd-b936-c686ec2ec949" providerId="ADAL" clId="{B75D7FA3-40DF-4535-B00B-E1D1EBC8E741}" dt="2026-05-31T22:42:13.451" v="82" actId="478"/>
          <ac:spMkLst>
            <pc:docMk/>
            <pc:sldMk cId="2553842121" sldId="2147474857"/>
            <ac:spMk id="11" creationId="{96CBCF05-3CFD-9058-1905-C2449EE020AE}"/>
          </ac:spMkLst>
        </pc:spChg>
        <pc:spChg chg="del">
          <ac:chgData name="Mide Popoola" userId="752dd2f6-c152-4ddd-b936-c686ec2ec949" providerId="ADAL" clId="{B75D7FA3-40DF-4535-B00B-E1D1EBC8E741}" dt="2026-05-31T22:42:13.451" v="82" actId="478"/>
          <ac:spMkLst>
            <pc:docMk/>
            <pc:sldMk cId="2553842121" sldId="2147474857"/>
            <ac:spMk id="12" creationId="{624CF3A8-E470-1BAD-AC55-2439990F6B11}"/>
          </ac:spMkLst>
        </pc:spChg>
        <pc:spChg chg="mod">
          <ac:chgData name="Mide Popoola" userId="752dd2f6-c152-4ddd-b936-c686ec2ec949" providerId="ADAL" clId="{B75D7FA3-40DF-4535-B00B-E1D1EBC8E741}" dt="2026-05-31T22:42:25.213" v="83" actId="1076"/>
          <ac:spMkLst>
            <pc:docMk/>
            <pc:sldMk cId="2553842121" sldId="2147474857"/>
            <ac:spMk id="13" creationId="{9244715C-968D-F57D-F357-EF8844CC284F}"/>
          </ac:spMkLst>
        </pc:spChg>
        <pc:spChg chg="mod">
          <ac:chgData name="Mide Popoola" userId="752dd2f6-c152-4ddd-b936-c686ec2ec949" providerId="ADAL" clId="{B75D7FA3-40DF-4535-B00B-E1D1EBC8E741}" dt="2026-05-31T22:42:25.213" v="83" actId="1076"/>
          <ac:spMkLst>
            <pc:docMk/>
            <pc:sldMk cId="2553842121" sldId="2147474857"/>
            <ac:spMk id="14" creationId="{866098FF-CE46-D79C-94D5-82B4B2B969FC}"/>
          </ac:spMkLst>
        </pc:spChg>
        <pc:spChg chg="mod">
          <ac:chgData name="Mide Popoola" userId="752dd2f6-c152-4ddd-b936-c686ec2ec949" providerId="ADAL" clId="{B75D7FA3-40DF-4535-B00B-E1D1EBC8E741}" dt="2026-05-31T22:39:10.346" v="30" actId="1038"/>
          <ac:spMkLst>
            <pc:docMk/>
            <pc:sldMk cId="2553842121" sldId="2147474857"/>
            <ac:spMk id="16" creationId="{0E4EA864-4452-8F81-B4B3-5D6C43DC28AC}"/>
          </ac:spMkLst>
        </pc:spChg>
        <pc:spChg chg="mod">
          <ac:chgData name="Mide Popoola" userId="752dd2f6-c152-4ddd-b936-c686ec2ec949" providerId="ADAL" clId="{B75D7FA3-40DF-4535-B00B-E1D1EBC8E741}" dt="2026-05-31T22:37:43.161" v="15" actId="207"/>
          <ac:spMkLst>
            <pc:docMk/>
            <pc:sldMk cId="2553842121" sldId="2147474857"/>
            <ac:spMk id="17" creationId="{B8B56425-1D5F-8754-A327-E9075F139B78}"/>
          </ac:spMkLst>
        </pc:spChg>
        <pc:spChg chg="mod">
          <ac:chgData name="Mide Popoola" userId="752dd2f6-c152-4ddd-b936-c686ec2ec949" providerId="ADAL" clId="{B75D7FA3-40DF-4535-B00B-E1D1EBC8E741}" dt="2026-05-31T22:39:10.346" v="30" actId="1038"/>
          <ac:spMkLst>
            <pc:docMk/>
            <pc:sldMk cId="2553842121" sldId="2147474857"/>
            <ac:spMk id="18" creationId="{D3EF135E-4CF4-40D9-E232-05B66534297B}"/>
          </ac:spMkLst>
        </pc:spChg>
        <pc:spChg chg="mod">
          <ac:chgData name="Mide Popoola" userId="752dd2f6-c152-4ddd-b936-c686ec2ec949" providerId="ADAL" clId="{B75D7FA3-40DF-4535-B00B-E1D1EBC8E741}" dt="2026-05-31T22:39:10.346" v="30" actId="1038"/>
          <ac:spMkLst>
            <pc:docMk/>
            <pc:sldMk cId="2553842121" sldId="2147474857"/>
            <ac:spMk id="19" creationId="{C36913D7-B34A-6243-AC65-050D16E35DDE}"/>
          </ac:spMkLst>
        </pc:spChg>
        <pc:spChg chg="mod">
          <ac:chgData name="Mide Popoola" userId="752dd2f6-c152-4ddd-b936-c686ec2ec949" providerId="ADAL" clId="{B75D7FA3-40DF-4535-B00B-E1D1EBC8E741}" dt="2026-05-31T22:39:17.669" v="32" actId="20577"/>
          <ac:spMkLst>
            <pc:docMk/>
            <pc:sldMk cId="2553842121" sldId="2147474857"/>
            <ac:spMk id="20" creationId="{9E25E42B-1E40-63AF-4C04-6A121AA81693}"/>
          </ac:spMkLst>
        </pc:spChg>
        <pc:spChg chg="mod">
          <ac:chgData name="Mide Popoola" userId="752dd2f6-c152-4ddd-b936-c686ec2ec949" providerId="ADAL" clId="{B75D7FA3-40DF-4535-B00B-E1D1EBC8E741}" dt="2026-05-31T22:39:10.346" v="30" actId="1038"/>
          <ac:spMkLst>
            <pc:docMk/>
            <pc:sldMk cId="2553842121" sldId="2147474857"/>
            <ac:spMk id="21" creationId="{FFAC7BE2-F452-0960-3A3D-863046551A69}"/>
          </ac:spMkLst>
        </pc:spChg>
        <pc:spChg chg="mod">
          <ac:chgData name="Mide Popoola" userId="752dd2f6-c152-4ddd-b936-c686ec2ec949" providerId="ADAL" clId="{B75D7FA3-40DF-4535-B00B-E1D1EBC8E741}" dt="2026-05-31T22:40:48.061" v="53" actId="20577"/>
          <ac:spMkLst>
            <pc:docMk/>
            <pc:sldMk cId="2553842121" sldId="2147474857"/>
            <ac:spMk id="23" creationId="{59BC01AE-F764-C398-1C24-0E8C3204B74B}"/>
          </ac:spMkLst>
        </pc:spChg>
        <pc:spChg chg="mod">
          <ac:chgData name="Mide Popoola" userId="752dd2f6-c152-4ddd-b936-c686ec2ec949" providerId="ADAL" clId="{B75D7FA3-40DF-4535-B00B-E1D1EBC8E741}" dt="2026-05-31T22:39:10.346" v="30" actId="1038"/>
          <ac:spMkLst>
            <pc:docMk/>
            <pc:sldMk cId="2553842121" sldId="2147474857"/>
            <ac:spMk id="24" creationId="{1C91F9B8-6B0B-4124-F61B-9EAF38DC1523}"/>
          </ac:spMkLst>
        </pc:spChg>
        <pc:spChg chg="mod">
          <ac:chgData name="Mide Popoola" userId="752dd2f6-c152-4ddd-b936-c686ec2ec949" providerId="ADAL" clId="{B75D7FA3-40DF-4535-B00B-E1D1EBC8E741}" dt="2026-05-31T22:42:02.352" v="81" actId="20577"/>
          <ac:spMkLst>
            <pc:docMk/>
            <pc:sldMk cId="2553842121" sldId="2147474857"/>
            <ac:spMk id="25" creationId="{313052ED-975A-E765-5946-95A7A0312EDC}"/>
          </ac:spMkLst>
        </pc:spChg>
        <pc:spChg chg="del mod">
          <ac:chgData name="Mide Popoola" userId="752dd2f6-c152-4ddd-b936-c686ec2ec949" providerId="ADAL" clId="{B75D7FA3-40DF-4535-B00B-E1D1EBC8E741}" dt="2026-05-31T22:42:52.703" v="84" actId="478"/>
          <ac:spMkLst>
            <pc:docMk/>
            <pc:sldMk cId="2553842121" sldId="2147474857"/>
            <ac:spMk id="26" creationId="{F9407B5F-0697-A1AE-2556-25061FA220D6}"/>
          </ac:spMkLst>
        </pc:spChg>
        <pc:spChg chg="del mod">
          <ac:chgData name="Mide Popoola" userId="752dd2f6-c152-4ddd-b936-c686ec2ec949" providerId="ADAL" clId="{B75D7FA3-40DF-4535-B00B-E1D1EBC8E741}" dt="2026-05-31T22:42:52.703" v="84" actId="478"/>
          <ac:spMkLst>
            <pc:docMk/>
            <pc:sldMk cId="2553842121" sldId="2147474857"/>
            <ac:spMk id="27" creationId="{37E465F7-C736-D9DD-1860-9AE5E249F9E2}"/>
          </ac:spMkLst>
        </pc:spChg>
        <pc:spChg chg="mod">
          <ac:chgData name="Mide Popoola" userId="752dd2f6-c152-4ddd-b936-c686ec2ec949" providerId="ADAL" clId="{B75D7FA3-40DF-4535-B00B-E1D1EBC8E741}" dt="2026-05-31T22:43:07.879" v="90" actId="20577"/>
          <ac:spMkLst>
            <pc:docMk/>
            <pc:sldMk cId="2553842121" sldId="2147474857"/>
            <ac:spMk id="36" creationId="{E9B18FA7-6E76-5E58-58F4-00E81E6CC1FA}"/>
          </ac:spMkLst>
        </pc:spChg>
        <pc:spChg chg="mod">
          <ac:chgData name="Mide Popoola" userId="752dd2f6-c152-4ddd-b936-c686ec2ec949" providerId="ADAL" clId="{B75D7FA3-40DF-4535-B00B-E1D1EBC8E741}" dt="2026-05-31T22:39:35.651" v="35" actId="1076"/>
          <ac:spMkLst>
            <pc:docMk/>
            <pc:sldMk cId="2553842121" sldId="2147474857"/>
            <ac:spMk id="42" creationId="{6EEC7C3C-FC13-2A3E-8489-AE7EF235D19F}"/>
          </ac:spMkLst>
        </pc:spChg>
        <pc:spChg chg="mod">
          <ac:chgData name="Mide Popoola" userId="752dd2f6-c152-4ddd-b936-c686ec2ec949" providerId="ADAL" clId="{B75D7FA3-40DF-4535-B00B-E1D1EBC8E741}" dt="2026-05-31T22:39:35.651" v="35" actId="1076"/>
          <ac:spMkLst>
            <pc:docMk/>
            <pc:sldMk cId="2553842121" sldId="2147474857"/>
            <ac:spMk id="43" creationId="{C2781B46-7C4F-B480-26CD-6A57B2D116B4}"/>
          </ac:spMkLst>
        </pc:spChg>
        <pc:spChg chg="mod">
          <ac:chgData name="Mide Popoola" userId="752dd2f6-c152-4ddd-b936-c686ec2ec949" providerId="ADAL" clId="{B75D7FA3-40DF-4535-B00B-E1D1EBC8E741}" dt="2026-05-31T22:39:35.651" v="35" actId="1076"/>
          <ac:spMkLst>
            <pc:docMk/>
            <pc:sldMk cId="2553842121" sldId="2147474857"/>
            <ac:spMk id="44" creationId="{FDAAB771-52D4-7D57-6680-DB7B7718C3AF}"/>
          </ac:spMkLst>
        </pc:spChg>
        <pc:spChg chg="mod">
          <ac:chgData name="Mide Popoola" userId="752dd2f6-c152-4ddd-b936-c686ec2ec949" providerId="ADAL" clId="{B75D7FA3-40DF-4535-B00B-E1D1EBC8E741}" dt="2026-05-31T22:39:35.651" v="35" actId="1076"/>
          <ac:spMkLst>
            <pc:docMk/>
            <pc:sldMk cId="2553842121" sldId="2147474857"/>
            <ac:spMk id="45" creationId="{6C732E9E-F486-A596-045F-3388755EA093}"/>
          </ac:spMkLst>
        </pc:spChg>
        <pc:spChg chg="mod">
          <ac:chgData name="Mide Popoola" userId="752dd2f6-c152-4ddd-b936-c686ec2ec949" providerId="ADAL" clId="{B75D7FA3-40DF-4535-B00B-E1D1EBC8E741}" dt="2026-05-31T22:39:23.248" v="34" actId="20577"/>
          <ac:spMkLst>
            <pc:docMk/>
            <pc:sldMk cId="2553842121" sldId="2147474857"/>
            <ac:spMk id="46" creationId="{682A7E3F-41D6-B271-30BB-64D3E925D2DE}"/>
          </ac:spMkLst>
        </pc:spChg>
        <pc:spChg chg="mod">
          <ac:chgData name="Mide Popoola" userId="752dd2f6-c152-4ddd-b936-c686ec2ec949" providerId="ADAL" clId="{B75D7FA3-40DF-4535-B00B-E1D1EBC8E741}" dt="2026-05-31T22:39:35.651" v="35" actId="1076"/>
          <ac:spMkLst>
            <pc:docMk/>
            <pc:sldMk cId="2553842121" sldId="2147474857"/>
            <ac:spMk id="47" creationId="{2FEE6C6F-1D7F-D03F-3DBD-221839BB1677}"/>
          </ac:spMkLst>
        </pc:spChg>
        <pc:spChg chg="mod">
          <ac:chgData name="Mide Popoola" userId="752dd2f6-c152-4ddd-b936-c686ec2ec949" providerId="ADAL" clId="{B75D7FA3-40DF-4535-B00B-E1D1EBC8E741}" dt="2026-05-31T22:37:45.519" v="21" actId="207"/>
          <ac:spMkLst>
            <pc:docMk/>
            <pc:sldMk cId="2553842121" sldId="2147474857"/>
            <ac:spMk id="48" creationId="{343C0BE5-3050-97F4-03C5-31E42E1CA6B9}"/>
          </ac:spMkLst>
        </pc:spChg>
        <pc:spChg chg="mod">
          <ac:chgData name="Mide Popoola" userId="752dd2f6-c152-4ddd-b936-c686ec2ec949" providerId="ADAL" clId="{B75D7FA3-40DF-4535-B00B-E1D1EBC8E741}" dt="2026-05-31T22:43:27.590" v="94" actId="20577"/>
          <ac:spMkLst>
            <pc:docMk/>
            <pc:sldMk cId="2553842121" sldId="2147474857"/>
            <ac:spMk id="49" creationId="{008EA6C6-534B-879B-7C87-4260886F5E71}"/>
          </ac:spMkLst>
        </pc:spChg>
        <pc:spChg chg="mod">
          <ac:chgData name="Mide Popoola" userId="752dd2f6-c152-4ddd-b936-c686ec2ec949" providerId="ADAL" clId="{B75D7FA3-40DF-4535-B00B-E1D1EBC8E741}" dt="2026-05-31T22:39:35.651" v="35" actId="1076"/>
          <ac:spMkLst>
            <pc:docMk/>
            <pc:sldMk cId="2553842121" sldId="2147474857"/>
            <ac:spMk id="50" creationId="{63415E36-6956-6778-8015-5E10A7A7CEA5}"/>
          </ac:spMkLst>
        </pc:spChg>
        <pc:spChg chg="mod">
          <ac:chgData name="Mide Popoola" userId="752dd2f6-c152-4ddd-b936-c686ec2ec949" providerId="ADAL" clId="{B75D7FA3-40DF-4535-B00B-E1D1EBC8E741}" dt="2026-05-31T22:39:35.651" v="35" actId="1076"/>
          <ac:spMkLst>
            <pc:docMk/>
            <pc:sldMk cId="2553842121" sldId="2147474857"/>
            <ac:spMk id="51" creationId="{EBAB8102-3E2B-9A0B-CFCA-3354EA0601B4}"/>
          </ac:spMkLst>
        </pc:spChg>
        <pc:spChg chg="mod">
          <ac:chgData name="Mide Popoola" userId="752dd2f6-c152-4ddd-b936-c686ec2ec949" providerId="ADAL" clId="{B75D7FA3-40DF-4535-B00B-E1D1EBC8E741}" dt="2026-05-31T22:39:35.651" v="35" actId="1076"/>
          <ac:spMkLst>
            <pc:docMk/>
            <pc:sldMk cId="2553842121" sldId="2147474857"/>
            <ac:spMk id="52" creationId="{E6D1484E-E142-A451-AE66-EF526730CBA3}"/>
          </ac:spMkLst>
        </pc:spChg>
        <pc:spChg chg="mod">
          <ac:chgData name="Mide Popoola" userId="752dd2f6-c152-4ddd-b936-c686ec2ec949" providerId="ADAL" clId="{B75D7FA3-40DF-4535-B00B-E1D1EBC8E741}" dt="2026-05-31T22:39:35.651" v="35" actId="1076"/>
          <ac:spMkLst>
            <pc:docMk/>
            <pc:sldMk cId="2553842121" sldId="2147474857"/>
            <ac:spMk id="53" creationId="{7E496BDD-1A68-B04D-B5FF-00E3EF1026D5}"/>
          </ac:spMkLst>
        </pc:spChg>
      </pc:sldChg>
      <pc:sldChg chg="delSp modSp mod modShow">
        <pc:chgData name="Mide Popoola" userId="752dd2f6-c152-4ddd-b936-c686ec2ec949" providerId="ADAL" clId="{B75D7FA3-40DF-4535-B00B-E1D1EBC8E741}" dt="2026-05-31T23:28:45.382" v="669" actId="729"/>
        <pc:sldMkLst>
          <pc:docMk/>
          <pc:sldMk cId="1656686844" sldId="2147474859"/>
        </pc:sldMkLst>
        <pc:spChg chg="mod">
          <ac:chgData name="Mide Popoola" userId="752dd2f6-c152-4ddd-b936-c686ec2ec949" providerId="ADAL" clId="{B75D7FA3-40DF-4535-B00B-E1D1EBC8E741}" dt="2026-05-31T23:24:05.902" v="638" actId="404"/>
          <ac:spMkLst>
            <pc:docMk/>
            <pc:sldMk cId="1656686844" sldId="2147474859"/>
            <ac:spMk id="49" creationId="{FC024A22-221E-1508-E5BB-5988C520B2B0}"/>
          </ac:spMkLst>
        </pc:spChg>
        <pc:spChg chg="mod">
          <ac:chgData name="Mide Popoola" userId="752dd2f6-c152-4ddd-b936-c686ec2ec949" providerId="ADAL" clId="{B75D7FA3-40DF-4535-B00B-E1D1EBC8E741}" dt="2026-05-31T23:24:34.335" v="640" actId="20577"/>
          <ac:spMkLst>
            <pc:docMk/>
            <pc:sldMk cId="1656686844" sldId="2147474859"/>
            <ac:spMk id="54" creationId="{863B0D6F-5707-942A-9ACE-16171D4EAEFA}"/>
          </ac:spMkLst>
        </pc:spChg>
        <pc:spChg chg="mod">
          <ac:chgData name="Mide Popoola" userId="752dd2f6-c152-4ddd-b936-c686ec2ec949" providerId="ADAL" clId="{B75D7FA3-40DF-4535-B00B-E1D1EBC8E741}" dt="2026-05-31T23:24:39.640" v="643" actId="20577"/>
          <ac:spMkLst>
            <pc:docMk/>
            <pc:sldMk cId="1656686844" sldId="2147474859"/>
            <ac:spMk id="62" creationId="{499213C6-197E-28D7-9668-296143482FED}"/>
          </ac:spMkLst>
        </pc:spChg>
        <pc:spChg chg="mod">
          <ac:chgData name="Mide Popoola" userId="752dd2f6-c152-4ddd-b936-c686ec2ec949" providerId="ADAL" clId="{B75D7FA3-40DF-4535-B00B-E1D1EBC8E741}" dt="2026-05-31T23:23:58.316" v="637" actId="20577"/>
          <ac:spMkLst>
            <pc:docMk/>
            <pc:sldMk cId="1656686844" sldId="2147474859"/>
            <ac:spMk id="65" creationId="{7721192B-DC5D-A171-D6CF-50DC97445223}"/>
          </ac:spMkLst>
        </pc:spChg>
        <pc:spChg chg="mod">
          <ac:chgData name="Mide Popoola" userId="752dd2f6-c152-4ddd-b936-c686ec2ec949" providerId="ADAL" clId="{B75D7FA3-40DF-4535-B00B-E1D1EBC8E741}" dt="2026-05-31T23:23:35.896" v="635" actId="14100"/>
          <ac:spMkLst>
            <pc:docMk/>
            <pc:sldMk cId="1656686844" sldId="2147474859"/>
            <ac:spMk id="69" creationId="{93D7C77A-144B-2C84-E660-D6B8EDB17E67}"/>
          </ac:spMkLst>
        </pc:spChg>
        <pc:spChg chg="mod">
          <ac:chgData name="Mide Popoola" userId="752dd2f6-c152-4ddd-b936-c686ec2ec949" providerId="ADAL" clId="{B75D7FA3-40DF-4535-B00B-E1D1EBC8E741}" dt="2026-05-31T23:23:30.714" v="634" actId="14100"/>
          <ac:spMkLst>
            <pc:docMk/>
            <pc:sldMk cId="1656686844" sldId="2147474859"/>
            <ac:spMk id="71" creationId="{D20648ED-E5EC-3DB7-F4F9-AAF169169800}"/>
          </ac:spMkLst>
        </pc:spChg>
        <pc:spChg chg="mod">
          <ac:chgData name="Mide Popoola" userId="752dd2f6-c152-4ddd-b936-c686ec2ec949" providerId="ADAL" clId="{B75D7FA3-40DF-4535-B00B-E1D1EBC8E741}" dt="2026-05-31T23:23:25.673" v="633" actId="14100"/>
          <ac:spMkLst>
            <pc:docMk/>
            <pc:sldMk cId="1656686844" sldId="2147474859"/>
            <ac:spMk id="73" creationId="{CB528464-3A9C-53C7-0F8F-2B7F130EFD6F}"/>
          </ac:spMkLst>
        </pc:spChg>
        <pc:spChg chg="mod">
          <ac:chgData name="Mide Popoola" userId="752dd2f6-c152-4ddd-b936-c686ec2ec949" providerId="ADAL" clId="{B75D7FA3-40DF-4535-B00B-E1D1EBC8E741}" dt="2026-05-31T23:22:34.311" v="630" actId="20577"/>
          <ac:spMkLst>
            <pc:docMk/>
            <pc:sldMk cId="1656686844" sldId="2147474859"/>
            <ac:spMk id="87" creationId="{0DEC2DF2-EE5F-11FC-14AF-3A7C66E68214}"/>
          </ac:spMkLst>
        </pc:spChg>
        <pc:grpChg chg="mod">
          <ac:chgData name="Mide Popoola" userId="752dd2f6-c152-4ddd-b936-c686ec2ec949" providerId="ADAL" clId="{B75D7FA3-40DF-4535-B00B-E1D1EBC8E741}" dt="2026-05-31T23:23:14.404" v="632" actId="1076"/>
          <ac:grpSpMkLst>
            <pc:docMk/>
            <pc:sldMk cId="1656686844" sldId="2147474859"/>
            <ac:grpSpMk id="95" creationId="{91FC1968-7532-E2B7-AEDB-D9143D33EB90}"/>
          </ac:grpSpMkLst>
        </pc:grpChg>
        <pc:grpChg chg="del">
          <ac:chgData name="Mide Popoola" userId="752dd2f6-c152-4ddd-b936-c686ec2ec949" providerId="ADAL" clId="{B75D7FA3-40DF-4535-B00B-E1D1EBC8E741}" dt="2026-05-31T23:22:57.432" v="631" actId="478"/>
          <ac:grpSpMkLst>
            <pc:docMk/>
            <pc:sldMk cId="1656686844" sldId="2147474859"/>
            <ac:grpSpMk id="97" creationId="{D60A5F21-8293-C367-295E-F06E4766ABAF}"/>
          </ac:grpSpMkLst>
        </pc:grpChg>
        <pc:picChg chg="del">
          <ac:chgData name="Mide Popoola" userId="752dd2f6-c152-4ddd-b936-c686ec2ec949" providerId="ADAL" clId="{B75D7FA3-40DF-4535-B00B-E1D1EBC8E741}" dt="2026-05-31T23:22:57.432" v="631" actId="478"/>
          <ac:picMkLst>
            <pc:docMk/>
            <pc:sldMk cId="1656686844" sldId="2147474859"/>
            <ac:picMk id="107" creationId="{FFED4FFD-1DB9-9A93-955C-0D2E63BAC3DB}"/>
          </ac:picMkLst>
        </pc:picChg>
      </pc:sldChg>
      <pc:sldChg chg="delSp modSp mod modShow">
        <pc:chgData name="Mide Popoola" userId="752dd2f6-c152-4ddd-b936-c686ec2ec949" providerId="ADAL" clId="{B75D7FA3-40DF-4535-B00B-E1D1EBC8E741}" dt="2026-05-31T23:15:33.847" v="616" actId="729"/>
        <pc:sldMkLst>
          <pc:docMk/>
          <pc:sldMk cId="422419219" sldId="2147474860"/>
        </pc:sldMkLst>
        <pc:spChg chg="mod topLvl">
          <ac:chgData name="Mide Popoola" userId="752dd2f6-c152-4ddd-b936-c686ec2ec949" providerId="ADAL" clId="{B75D7FA3-40DF-4535-B00B-E1D1EBC8E741}" dt="2026-05-31T23:00:07.488" v="104" actId="165"/>
          <ac:spMkLst>
            <pc:docMk/>
            <pc:sldMk cId="422419219" sldId="2147474860"/>
            <ac:spMk id="4" creationId="{54FAE030-CC2E-8E7D-9D50-FA4E93A8D8F6}"/>
          </ac:spMkLst>
        </pc:spChg>
        <pc:spChg chg="mod">
          <ac:chgData name="Mide Popoola" userId="752dd2f6-c152-4ddd-b936-c686ec2ec949" providerId="ADAL" clId="{B75D7FA3-40DF-4535-B00B-E1D1EBC8E741}" dt="2026-05-31T23:10:34.684" v="408" actId="14100"/>
          <ac:spMkLst>
            <pc:docMk/>
            <pc:sldMk cId="422419219" sldId="2147474860"/>
            <ac:spMk id="14" creationId="{9DF097DC-3FA0-7C5E-6E1A-BFF4293E4724}"/>
          </ac:spMkLst>
        </pc:spChg>
        <pc:spChg chg="mod topLvl">
          <ac:chgData name="Mide Popoola" userId="752dd2f6-c152-4ddd-b936-c686ec2ec949" providerId="ADAL" clId="{B75D7FA3-40DF-4535-B00B-E1D1EBC8E741}" dt="2026-05-31T23:09:58.277" v="373" actId="14100"/>
          <ac:spMkLst>
            <pc:docMk/>
            <pc:sldMk cId="422419219" sldId="2147474860"/>
            <ac:spMk id="15" creationId="{FB869A6E-5727-3B35-EC6D-BDD570213303}"/>
          </ac:spMkLst>
        </pc:spChg>
        <pc:spChg chg="mod topLvl">
          <ac:chgData name="Mide Popoola" userId="752dd2f6-c152-4ddd-b936-c686ec2ec949" providerId="ADAL" clId="{B75D7FA3-40DF-4535-B00B-E1D1EBC8E741}" dt="2026-05-31T23:00:07.488" v="104" actId="165"/>
          <ac:spMkLst>
            <pc:docMk/>
            <pc:sldMk cId="422419219" sldId="2147474860"/>
            <ac:spMk id="16" creationId="{38FF8981-E9FB-E21C-0290-B06B5D5269B2}"/>
          </ac:spMkLst>
        </pc:spChg>
        <pc:spChg chg="mod topLvl">
          <ac:chgData name="Mide Popoola" userId="752dd2f6-c152-4ddd-b936-c686ec2ec949" providerId="ADAL" clId="{B75D7FA3-40DF-4535-B00B-E1D1EBC8E741}" dt="2026-05-31T23:10:16.795" v="406" actId="1036"/>
          <ac:spMkLst>
            <pc:docMk/>
            <pc:sldMk cId="422419219" sldId="2147474860"/>
            <ac:spMk id="17" creationId="{4B4AE173-C7CA-86F6-FA25-51564CD7F964}"/>
          </ac:spMkLst>
        </pc:spChg>
        <pc:spChg chg="mod topLvl">
          <ac:chgData name="Mide Popoola" userId="752dd2f6-c152-4ddd-b936-c686ec2ec949" providerId="ADAL" clId="{B75D7FA3-40DF-4535-B00B-E1D1EBC8E741}" dt="2026-05-31T23:10:16.795" v="406" actId="1036"/>
          <ac:spMkLst>
            <pc:docMk/>
            <pc:sldMk cId="422419219" sldId="2147474860"/>
            <ac:spMk id="18" creationId="{9303F7AA-C064-F348-5BC0-6AB9DC67AF11}"/>
          </ac:spMkLst>
        </pc:spChg>
        <pc:spChg chg="mod">
          <ac:chgData name="Mide Popoola" userId="752dd2f6-c152-4ddd-b936-c686ec2ec949" providerId="ADAL" clId="{B75D7FA3-40DF-4535-B00B-E1D1EBC8E741}" dt="2026-05-31T23:10:16.795" v="406" actId="1036"/>
          <ac:spMkLst>
            <pc:docMk/>
            <pc:sldMk cId="422419219" sldId="2147474860"/>
            <ac:spMk id="19" creationId="{D1592972-EAD1-624C-CF10-6CF5582237D1}"/>
          </ac:spMkLst>
        </pc:spChg>
        <pc:spChg chg="mod">
          <ac:chgData name="Mide Popoola" userId="752dd2f6-c152-4ddd-b936-c686ec2ec949" providerId="ADAL" clId="{B75D7FA3-40DF-4535-B00B-E1D1EBC8E741}" dt="2026-05-31T23:10:34.684" v="408" actId="14100"/>
          <ac:spMkLst>
            <pc:docMk/>
            <pc:sldMk cId="422419219" sldId="2147474860"/>
            <ac:spMk id="20" creationId="{D8902F1A-C460-1B73-96D1-7C34C0C32DBD}"/>
          </ac:spMkLst>
        </pc:spChg>
        <pc:spChg chg="mod">
          <ac:chgData name="Mide Popoola" userId="752dd2f6-c152-4ddd-b936-c686ec2ec949" providerId="ADAL" clId="{B75D7FA3-40DF-4535-B00B-E1D1EBC8E741}" dt="2026-05-31T23:09:58.277" v="373" actId="14100"/>
          <ac:spMkLst>
            <pc:docMk/>
            <pc:sldMk cId="422419219" sldId="2147474860"/>
            <ac:spMk id="21" creationId="{62896FF2-744B-4706-0E97-49558CDE666B}"/>
          </ac:spMkLst>
        </pc:spChg>
        <pc:spChg chg="mod">
          <ac:chgData name="Mide Popoola" userId="752dd2f6-c152-4ddd-b936-c686ec2ec949" providerId="ADAL" clId="{B75D7FA3-40DF-4535-B00B-E1D1EBC8E741}" dt="2026-05-31T23:10:16.795" v="406" actId="1036"/>
          <ac:spMkLst>
            <pc:docMk/>
            <pc:sldMk cId="422419219" sldId="2147474860"/>
            <ac:spMk id="23" creationId="{61246DAE-FDFA-C6CD-D3B8-9C8CF51599D6}"/>
          </ac:spMkLst>
        </pc:spChg>
        <pc:spChg chg="mod topLvl">
          <ac:chgData name="Mide Popoola" userId="752dd2f6-c152-4ddd-b936-c686ec2ec949" providerId="ADAL" clId="{B75D7FA3-40DF-4535-B00B-E1D1EBC8E741}" dt="2026-05-31T23:10:16.795" v="406" actId="1036"/>
          <ac:spMkLst>
            <pc:docMk/>
            <pc:sldMk cId="422419219" sldId="2147474860"/>
            <ac:spMk id="24" creationId="{1F5E4654-F11F-5ABB-C8D0-A548E36E6E97}"/>
          </ac:spMkLst>
        </pc:spChg>
        <pc:spChg chg="mod topLvl">
          <ac:chgData name="Mide Popoola" userId="752dd2f6-c152-4ddd-b936-c686ec2ec949" providerId="ADAL" clId="{B75D7FA3-40DF-4535-B00B-E1D1EBC8E741}" dt="2026-05-31T23:10:16.795" v="406" actId="1036"/>
          <ac:spMkLst>
            <pc:docMk/>
            <pc:sldMk cId="422419219" sldId="2147474860"/>
            <ac:spMk id="25" creationId="{AC8F61B7-01A0-7DAB-8BDC-227115941B1C}"/>
          </ac:spMkLst>
        </pc:spChg>
        <pc:spChg chg="mod topLvl">
          <ac:chgData name="Mide Popoola" userId="752dd2f6-c152-4ddd-b936-c686ec2ec949" providerId="ADAL" clId="{B75D7FA3-40DF-4535-B00B-E1D1EBC8E741}" dt="2026-05-31T23:10:34.684" v="408" actId="14100"/>
          <ac:spMkLst>
            <pc:docMk/>
            <pc:sldMk cId="422419219" sldId="2147474860"/>
            <ac:spMk id="26" creationId="{4F4BD345-F010-6BFE-3AC2-C94A1560FFAF}"/>
          </ac:spMkLst>
        </pc:spChg>
        <pc:spChg chg="mod topLvl">
          <ac:chgData name="Mide Popoola" userId="752dd2f6-c152-4ddd-b936-c686ec2ec949" providerId="ADAL" clId="{B75D7FA3-40DF-4535-B00B-E1D1EBC8E741}" dt="2026-05-31T23:09:58.277" v="373" actId="14100"/>
          <ac:spMkLst>
            <pc:docMk/>
            <pc:sldMk cId="422419219" sldId="2147474860"/>
            <ac:spMk id="27" creationId="{EA410E94-3CCE-CE6D-3847-6EEB4C37DD6E}"/>
          </ac:spMkLst>
        </pc:spChg>
        <pc:spChg chg="mod topLvl">
          <ac:chgData name="Mide Popoola" userId="752dd2f6-c152-4ddd-b936-c686ec2ec949" providerId="ADAL" clId="{B75D7FA3-40DF-4535-B00B-E1D1EBC8E741}" dt="2026-05-31T23:00:07.488" v="104" actId="165"/>
          <ac:spMkLst>
            <pc:docMk/>
            <pc:sldMk cId="422419219" sldId="2147474860"/>
            <ac:spMk id="28" creationId="{E241CEF1-22CF-B71D-5D4B-D5821E912D8F}"/>
          </ac:spMkLst>
        </pc:spChg>
        <pc:spChg chg="mod">
          <ac:chgData name="Mide Popoola" userId="752dd2f6-c152-4ddd-b936-c686ec2ec949" providerId="ADAL" clId="{B75D7FA3-40DF-4535-B00B-E1D1EBC8E741}" dt="2026-05-31T23:10:16.795" v="406" actId="1036"/>
          <ac:spMkLst>
            <pc:docMk/>
            <pc:sldMk cId="422419219" sldId="2147474860"/>
            <ac:spMk id="29" creationId="{7044EEC5-6424-12BC-0092-790DD2CA43D4}"/>
          </ac:spMkLst>
        </pc:spChg>
        <pc:spChg chg="mod">
          <ac:chgData name="Mide Popoola" userId="752dd2f6-c152-4ddd-b936-c686ec2ec949" providerId="ADAL" clId="{B75D7FA3-40DF-4535-B00B-E1D1EBC8E741}" dt="2026-05-31T23:10:16.795" v="406" actId="1036"/>
          <ac:spMkLst>
            <pc:docMk/>
            <pc:sldMk cId="422419219" sldId="2147474860"/>
            <ac:spMk id="30" creationId="{5B500A90-00F3-743F-4EC3-AE828046A3D5}"/>
          </ac:spMkLst>
        </pc:spChg>
        <pc:spChg chg="mod">
          <ac:chgData name="Mide Popoola" userId="752dd2f6-c152-4ddd-b936-c686ec2ec949" providerId="ADAL" clId="{B75D7FA3-40DF-4535-B00B-E1D1EBC8E741}" dt="2026-05-31T23:10:21.579" v="407"/>
          <ac:spMkLst>
            <pc:docMk/>
            <pc:sldMk cId="422419219" sldId="2147474860"/>
            <ac:spMk id="31" creationId="{80150E58-F13E-B735-1D9E-D5586AA1DFB5}"/>
          </ac:spMkLst>
        </pc:spChg>
      </pc:sldChg>
      <pc:sldChg chg="addSp delSp modSp mod">
        <pc:chgData name="Mide Popoola" userId="752dd2f6-c152-4ddd-b936-c686ec2ec949" providerId="ADAL" clId="{B75D7FA3-40DF-4535-B00B-E1D1EBC8E741}" dt="2026-05-31T23:08:15.900" v="325" actId="1036"/>
        <pc:sldMkLst>
          <pc:docMk/>
          <pc:sldMk cId="2029325264" sldId="2147474867"/>
        </pc:sldMkLst>
        <pc:spChg chg="add del mod">
          <ac:chgData name="Mide Popoola" userId="752dd2f6-c152-4ddd-b936-c686ec2ec949" providerId="ADAL" clId="{B75D7FA3-40DF-4535-B00B-E1D1EBC8E741}" dt="2026-05-31T23:01:59.011" v="160" actId="478"/>
          <ac:spMkLst>
            <pc:docMk/>
            <pc:sldMk cId="2029325264" sldId="2147474867"/>
            <ac:spMk id="2" creationId="{068FA323-C415-4F55-8988-65E8C512681F}"/>
          </ac:spMkLst>
        </pc:spChg>
        <pc:spChg chg="add mod">
          <ac:chgData name="Mide Popoola" userId="752dd2f6-c152-4ddd-b936-c686ec2ec949" providerId="ADAL" clId="{B75D7FA3-40DF-4535-B00B-E1D1EBC8E741}" dt="2026-05-31T23:05:06.602" v="212" actId="1036"/>
          <ac:spMkLst>
            <pc:docMk/>
            <pc:sldMk cId="2029325264" sldId="2147474867"/>
            <ac:spMk id="3" creationId="{4E7F8E0E-0535-7475-D8D9-46D26D2261D2}"/>
          </ac:spMkLst>
        </pc:spChg>
        <pc:spChg chg="add mod">
          <ac:chgData name="Mide Popoola" userId="752dd2f6-c152-4ddd-b936-c686ec2ec949" providerId="ADAL" clId="{B75D7FA3-40DF-4535-B00B-E1D1EBC8E741}" dt="2026-05-31T23:05:06.602" v="212" actId="1036"/>
          <ac:spMkLst>
            <pc:docMk/>
            <pc:sldMk cId="2029325264" sldId="2147474867"/>
            <ac:spMk id="4" creationId="{8547E976-F515-E8CC-1F8B-F9036E90ACD2}"/>
          </ac:spMkLst>
        </pc:spChg>
        <pc:spChg chg="add mod">
          <ac:chgData name="Mide Popoola" userId="752dd2f6-c152-4ddd-b936-c686ec2ec949" providerId="ADAL" clId="{B75D7FA3-40DF-4535-B00B-E1D1EBC8E741}" dt="2026-05-31T23:05:06.602" v="212" actId="1036"/>
          <ac:spMkLst>
            <pc:docMk/>
            <pc:sldMk cId="2029325264" sldId="2147474867"/>
            <ac:spMk id="5" creationId="{2D465544-A53A-1FC7-266A-8603CE0698BE}"/>
          </ac:spMkLst>
        </pc:spChg>
        <pc:spChg chg="add mod">
          <ac:chgData name="Mide Popoola" userId="752dd2f6-c152-4ddd-b936-c686ec2ec949" providerId="ADAL" clId="{B75D7FA3-40DF-4535-B00B-E1D1EBC8E741}" dt="2026-05-31T23:05:06.602" v="212" actId="1036"/>
          <ac:spMkLst>
            <pc:docMk/>
            <pc:sldMk cId="2029325264" sldId="2147474867"/>
            <ac:spMk id="6" creationId="{32B1853B-8C14-1AB9-FA45-107BC6215960}"/>
          </ac:spMkLst>
        </pc:spChg>
        <pc:spChg chg="add mod">
          <ac:chgData name="Mide Popoola" userId="752dd2f6-c152-4ddd-b936-c686ec2ec949" providerId="ADAL" clId="{B75D7FA3-40DF-4535-B00B-E1D1EBC8E741}" dt="2026-05-31T23:05:34.471" v="217" actId="14100"/>
          <ac:spMkLst>
            <pc:docMk/>
            <pc:sldMk cId="2029325264" sldId="2147474867"/>
            <ac:spMk id="7" creationId="{1D5334FD-6EBC-A19C-A7EB-D4CA5EE28CF9}"/>
          </ac:spMkLst>
        </pc:spChg>
        <pc:spChg chg="add mod">
          <ac:chgData name="Mide Popoola" userId="752dd2f6-c152-4ddd-b936-c686ec2ec949" providerId="ADAL" clId="{B75D7FA3-40DF-4535-B00B-E1D1EBC8E741}" dt="2026-05-31T23:05:38.037" v="218" actId="14100"/>
          <ac:spMkLst>
            <pc:docMk/>
            <pc:sldMk cId="2029325264" sldId="2147474867"/>
            <ac:spMk id="8" creationId="{12CBDA31-50CF-6FCE-CA9C-455F28B88F89}"/>
          </ac:spMkLst>
        </pc:spChg>
        <pc:spChg chg="add mod">
          <ac:chgData name="Mide Popoola" userId="752dd2f6-c152-4ddd-b936-c686ec2ec949" providerId="ADAL" clId="{B75D7FA3-40DF-4535-B00B-E1D1EBC8E741}" dt="2026-05-31T23:05:24.161" v="215" actId="14100"/>
          <ac:spMkLst>
            <pc:docMk/>
            <pc:sldMk cId="2029325264" sldId="2147474867"/>
            <ac:spMk id="9" creationId="{9AA35A40-F59B-EAE2-4E2A-BCC734C7A97A}"/>
          </ac:spMkLst>
        </pc:spChg>
        <pc:spChg chg="add mod">
          <ac:chgData name="Mide Popoola" userId="752dd2f6-c152-4ddd-b936-c686ec2ec949" providerId="ADAL" clId="{B75D7FA3-40DF-4535-B00B-E1D1EBC8E741}" dt="2026-05-31T23:05:30.040" v="216" actId="14100"/>
          <ac:spMkLst>
            <pc:docMk/>
            <pc:sldMk cId="2029325264" sldId="2147474867"/>
            <ac:spMk id="10" creationId="{CA550349-D165-513C-ED20-CF69D6DD199D}"/>
          </ac:spMkLst>
        </pc:spChg>
        <pc:spChg chg="mod">
          <ac:chgData name="Mide Popoola" userId="752dd2f6-c152-4ddd-b936-c686ec2ec949" providerId="ADAL" clId="{B75D7FA3-40DF-4535-B00B-E1D1EBC8E741}" dt="2026-05-31T23:01:26.157" v="138" actId="20577"/>
          <ac:spMkLst>
            <pc:docMk/>
            <pc:sldMk cId="2029325264" sldId="2147474867"/>
            <ac:spMk id="76" creationId="{0E187B80-7543-B593-20CB-88AADCEF4EA3}"/>
          </ac:spMkLst>
        </pc:spChg>
        <pc:spChg chg="mod">
          <ac:chgData name="Mide Popoola" userId="752dd2f6-c152-4ddd-b936-c686ec2ec949" providerId="ADAL" clId="{B75D7FA3-40DF-4535-B00B-E1D1EBC8E741}" dt="2026-05-31T23:01:45.033" v="159" actId="20577"/>
          <ac:spMkLst>
            <pc:docMk/>
            <pc:sldMk cId="2029325264" sldId="2147474867"/>
            <ac:spMk id="123" creationId="{3C7AE2F4-3BF4-60C1-83BE-6BD824678F07}"/>
          </ac:spMkLst>
        </pc:spChg>
        <pc:spChg chg="mod">
          <ac:chgData name="Mide Popoola" userId="752dd2f6-c152-4ddd-b936-c686ec2ec949" providerId="ADAL" clId="{B75D7FA3-40DF-4535-B00B-E1D1EBC8E741}" dt="2026-05-31T23:07:36.339" v="319" actId="6549"/>
          <ac:spMkLst>
            <pc:docMk/>
            <pc:sldMk cId="2029325264" sldId="2147474867"/>
            <ac:spMk id="196" creationId="{E1664559-2460-C2D3-03EF-1D2D96379557}"/>
          </ac:spMkLst>
        </pc:spChg>
        <pc:spChg chg="mod">
          <ac:chgData name="Mide Popoola" userId="752dd2f6-c152-4ddd-b936-c686ec2ec949" providerId="ADAL" clId="{B75D7FA3-40DF-4535-B00B-E1D1EBC8E741}" dt="2026-05-31T22:57:35.784" v="96" actId="1076"/>
          <ac:spMkLst>
            <pc:docMk/>
            <pc:sldMk cId="2029325264" sldId="2147474867"/>
            <ac:spMk id="197" creationId="{FA1C6D26-D2D4-0713-42F8-E1CAFAD15B7C}"/>
          </ac:spMkLst>
        </pc:spChg>
        <pc:spChg chg="mod">
          <ac:chgData name="Mide Popoola" userId="752dd2f6-c152-4ddd-b936-c686ec2ec949" providerId="ADAL" clId="{B75D7FA3-40DF-4535-B00B-E1D1EBC8E741}" dt="2026-05-31T22:57:35.784" v="96" actId="1076"/>
          <ac:spMkLst>
            <pc:docMk/>
            <pc:sldMk cId="2029325264" sldId="2147474867"/>
            <ac:spMk id="198" creationId="{C29A9086-0BC8-BE56-8099-61421380EFDD}"/>
          </ac:spMkLst>
        </pc:spChg>
        <pc:spChg chg="mod">
          <ac:chgData name="Mide Popoola" userId="752dd2f6-c152-4ddd-b936-c686ec2ec949" providerId="ADAL" clId="{B75D7FA3-40DF-4535-B00B-E1D1EBC8E741}" dt="2026-05-31T22:57:35.784" v="96" actId="1076"/>
          <ac:spMkLst>
            <pc:docMk/>
            <pc:sldMk cId="2029325264" sldId="2147474867"/>
            <ac:spMk id="199" creationId="{202BA1F3-DD7F-8162-A013-419264051880}"/>
          </ac:spMkLst>
        </pc:spChg>
        <pc:spChg chg="mod">
          <ac:chgData name="Mide Popoola" userId="752dd2f6-c152-4ddd-b936-c686ec2ec949" providerId="ADAL" clId="{B75D7FA3-40DF-4535-B00B-E1D1EBC8E741}" dt="2026-05-31T22:59:18.801" v="103" actId="14100"/>
          <ac:spMkLst>
            <pc:docMk/>
            <pc:sldMk cId="2029325264" sldId="2147474867"/>
            <ac:spMk id="200" creationId="{B275F6F8-9767-2F0F-25F2-EE9E819E8912}"/>
          </ac:spMkLst>
        </pc:spChg>
        <pc:spChg chg="mod">
          <ac:chgData name="Mide Popoola" userId="752dd2f6-c152-4ddd-b936-c686ec2ec949" providerId="ADAL" clId="{B75D7FA3-40DF-4535-B00B-E1D1EBC8E741}" dt="2026-05-31T22:58:25.760" v="99" actId="1076"/>
          <ac:spMkLst>
            <pc:docMk/>
            <pc:sldMk cId="2029325264" sldId="2147474867"/>
            <ac:spMk id="201" creationId="{155F372F-FAD1-4570-D5FB-38BB22A74A28}"/>
          </ac:spMkLst>
        </pc:spChg>
        <pc:spChg chg="mod">
          <ac:chgData name="Mide Popoola" userId="752dd2f6-c152-4ddd-b936-c686ec2ec949" providerId="ADAL" clId="{B75D7FA3-40DF-4535-B00B-E1D1EBC8E741}" dt="2026-05-31T22:59:03.648" v="102" actId="1076"/>
          <ac:spMkLst>
            <pc:docMk/>
            <pc:sldMk cId="2029325264" sldId="2147474867"/>
            <ac:spMk id="202" creationId="{A3E5D6AE-4CD9-3ED5-E68E-124272134D6E}"/>
          </ac:spMkLst>
        </pc:spChg>
        <pc:spChg chg="mod">
          <ac:chgData name="Mide Popoola" userId="752dd2f6-c152-4ddd-b936-c686ec2ec949" providerId="ADAL" clId="{B75D7FA3-40DF-4535-B00B-E1D1EBC8E741}" dt="2026-05-31T22:58:08.717" v="98" actId="1076"/>
          <ac:spMkLst>
            <pc:docMk/>
            <pc:sldMk cId="2029325264" sldId="2147474867"/>
            <ac:spMk id="203" creationId="{1E8BEF28-1C59-E44E-E7F8-EF44C42A222A}"/>
          </ac:spMkLst>
        </pc:spChg>
        <pc:spChg chg="mod">
          <ac:chgData name="Mide Popoola" userId="752dd2f6-c152-4ddd-b936-c686ec2ec949" providerId="ADAL" clId="{B75D7FA3-40DF-4535-B00B-E1D1EBC8E741}" dt="2026-05-31T23:04:29.650" v="190" actId="1036"/>
          <ac:spMkLst>
            <pc:docMk/>
            <pc:sldMk cId="2029325264" sldId="2147474867"/>
            <ac:spMk id="204" creationId="{F335FF54-0594-9862-B7AF-A1B332613336}"/>
          </ac:spMkLst>
        </pc:spChg>
        <pc:spChg chg="mod">
          <ac:chgData name="Mide Popoola" userId="752dd2f6-c152-4ddd-b936-c686ec2ec949" providerId="ADAL" clId="{B75D7FA3-40DF-4535-B00B-E1D1EBC8E741}" dt="2026-05-31T22:58:08.717" v="98" actId="1076"/>
          <ac:spMkLst>
            <pc:docMk/>
            <pc:sldMk cId="2029325264" sldId="2147474867"/>
            <ac:spMk id="205" creationId="{4E73B153-BB3D-4CA2-0B99-F9D5163C8DC8}"/>
          </ac:spMkLst>
        </pc:spChg>
        <pc:spChg chg="mod">
          <ac:chgData name="Mide Popoola" userId="752dd2f6-c152-4ddd-b936-c686ec2ec949" providerId="ADAL" clId="{B75D7FA3-40DF-4535-B00B-E1D1EBC8E741}" dt="2026-05-31T23:04:29.650" v="190" actId="1036"/>
          <ac:spMkLst>
            <pc:docMk/>
            <pc:sldMk cId="2029325264" sldId="2147474867"/>
            <ac:spMk id="206" creationId="{0DBE5F71-3579-6502-3483-C5F29E992E86}"/>
          </ac:spMkLst>
        </pc:spChg>
        <pc:spChg chg="mod">
          <ac:chgData name="Mide Popoola" userId="752dd2f6-c152-4ddd-b936-c686ec2ec949" providerId="ADAL" clId="{B75D7FA3-40DF-4535-B00B-E1D1EBC8E741}" dt="2026-05-31T22:58:08.717" v="98" actId="1076"/>
          <ac:spMkLst>
            <pc:docMk/>
            <pc:sldMk cId="2029325264" sldId="2147474867"/>
            <ac:spMk id="207" creationId="{3D72927C-4C4C-ADAB-9544-63F5A7E58A89}"/>
          </ac:spMkLst>
        </pc:spChg>
        <pc:spChg chg="mod">
          <ac:chgData name="Mide Popoola" userId="752dd2f6-c152-4ddd-b936-c686ec2ec949" providerId="ADAL" clId="{B75D7FA3-40DF-4535-B00B-E1D1EBC8E741}" dt="2026-05-31T22:58:08.717" v="98" actId="1076"/>
          <ac:spMkLst>
            <pc:docMk/>
            <pc:sldMk cId="2029325264" sldId="2147474867"/>
            <ac:spMk id="208" creationId="{653F79FC-DB5E-8746-2CB9-28D8A9318998}"/>
          </ac:spMkLst>
        </pc:spChg>
        <pc:spChg chg="mod">
          <ac:chgData name="Mide Popoola" userId="752dd2f6-c152-4ddd-b936-c686ec2ec949" providerId="ADAL" clId="{B75D7FA3-40DF-4535-B00B-E1D1EBC8E741}" dt="2026-05-31T22:58:08.717" v="98" actId="1076"/>
          <ac:spMkLst>
            <pc:docMk/>
            <pc:sldMk cId="2029325264" sldId="2147474867"/>
            <ac:spMk id="209" creationId="{4FAC5E46-86F0-4378-C478-068CE59DDD83}"/>
          </ac:spMkLst>
        </pc:spChg>
        <pc:spChg chg="mod">
          <ac:chgData name="Mide Popoola" userId="752dd2f6-c152-4ddd-b936-c686ec2ec949" providerId="ADAL" clId="{B75D7FA3-40DF-4535-B00B-E1D1EBC8E741}" dt="2026-05-31T22:58:08.717" v="98" actId="1076"/>
          <ac:spMkLst>
            <pc:docMk/>
            <pc:sldMk cId="2029325264" sldId="2147474867"/>
            <ac:spMk id="210" creationId="{7AFE9DE7-5E4B-D2E6-00B5-86380363447B}"/>
          </ac:spMkLst>
        </pc:spChg>
        <pc:spChg chg="mod">
          <ac:chgData name="Mide Popoola" userId="752dd2f6-c152-4ddd-b936-c686ec2ec949" providerId="ADAL" clId="{B75D7FA3-40DF-4535-B00B-E1D1EBC8E741}" dt="2026-05-31T22:57:58.634" v="97" actId="1076"/>
          <ac:spMkLst>
            <pc:docMk/>
            <pc:sldMk cId="2029325264" sldId="2147474867"/>
            <ac:spMk id="211" creationId="{728DE085-6E1B-BDD1-B17D-FDA966F997FE}"/>
          </ac:spMkLst>
        </pc:spChg>
        <pc:spChg chg="mod">
          <ac:chgData name="Mide Popoola" userId="752dd2f6-c152-4ddd-b936-c686ec2ec949" providerId="ADAL" clId="{B75D7FA3-40DF-4535-B00B-E1D1EBC8E741}" dt="2026-05-31T22:57:58.634" v="97" actId="1076"/>
          <ac:spMkLst>
            <pc:docMk/>
            <pc:sldMk cId="2029325264" sldId="2147474867"/>
            <ac:spMk id="212" creationId="{AC74F3DA-20CC-802E-8A4E-B6FC00E1F16A}"/>
          </ac:spMkLst>
        </pc:spChg>
        <pc:spChg chg="mod">
          <ac:chgData name="Mide Popoola" userId="752dd2f6-c152-4ddd-b936-c686ec2ec949" providerId="ADAL" clId="{B75D7FA3-40DF-4535-B00B-E1D1EBC8E741}" dt="2026-05-31T22:57:58.634" v="97" actId="1076"/>
          <ac:spMkLst>
            <pc:docMk/>
            <pc:sldMk cId="2029325264" sldId="2147474867"/>
            <ac:spMk id="213" creationId="{1E74F4FB-7DF0-D623-0411-5B6C0C298CA6}"/>
          </ac:spMkLst>
        </pc:spChg>
        <pc:spChg chg="mod">
          <ac:chgData name="Mide Popoola" userId="752dd2f6-c152-4ddd-b936-c686ec2ec949" providerId="ADAL" clId="{B75D7FA3-40DF-4535-B00B-E1D1EBC8E741}" dt="2026-05-31T22:57:58.634" v="97" actId="1076"/>
          <ac:spMkLst>
            <pc:docMk/>
            <pc:sldMk cId="2029325264" sldId="2147474867"/>
            <ac:spMk id="214" creationId="{412B4D0F-0143-6C07-87EA-82EEBD3F3060}"/>
          </ac:spMkLst>
        </pc:spChg>
        <pc:spChg chg="mod">
          <ac:chgData name="Mide Popoola" userId="752dd2f6-c152-4ddd-b936-c686ec2ec949" providerId="ADAL" clId="{B75D7FA3-40DF-4535-B00B-E1D1EBC8E741}" dt="2026-05-31T23:04:29.650" v="190" actId="1036"/>
          <ac:spMkLst>
            <pc:docMk/>
            <pc:sldMk cId="2029325264" sldId="2147474867"/>
            <ac:spMk id="215" creationId="{F28799A0-3BD0-4CE5-A392-C5E8D22E0DDF}"/>
          </ac:spMkLst>
        </pc:spChg>
        <pc:spChg chg="mod">
          <ac:chgData name="Mide Popoola" userId="752dd2f6-c152-4ddd-b936-c686ec2ec949" providerId="ADAL" clId="{B75D7FA3-40DF-4535-B00B-E1D1EBC8E741}" dt="2026-05-31T23:04:29.650" v="190" actId="1036"/>
          <ac:spMkLst>
            <pc:docMk/>
            <pc:sldMk cId="2029325264" sldId="2147474867"/>
            <ac:spMk id="216" creationId="{4D80390C-89C6-563E-4682-296AFEB81A06}"/>
          </ac:spMkLst>
        </pc:spChg>
        <pc:spChg chg="mod">
          <ac:chgData name="Mide Popoola" userId="752dd2f6-c152-4ddd-b936-c686ec2ec949" providerId="ADAL" clId="{B75D7FA3-40DF-4535-B00B-E1D1EBC8E741}" dt="2026-05-31T22:57:58.634" v="97" actId="1076"/>
          <ac:spMkLst>
            <pc:docMk/>
            <pc:sldMk cId="2029325264" sldId="2147474867"/>
            <ac:spMk id="217" creationId="{AC7B724C-157E-5F5A-1339-A8020AD1DB37}"/>
          </ac:spMkLst>
        </pc:spChg>
        <pc:spChg chg="mod">
          <ac:chgData name="Mide Popoola" userId="752dd2f6-c152-4ddd-b936-c686ec2ec949" providerId="ADAL" clId="{B75D7FA3-40DF-4535-B00B-E1D1EBC8E741}" dt="2026-05-31T22:57:58.634" v="97" actId="1076"/>
          <ac:spMkLst>
            <pc:docMk/>
            <pc:sldMk cId="2029325264" sldId="2147474867"/>
            <ac:spMk id="218" creationId="{52CEE870-D920-7E3F-1C6A-630437E2DAC1}"/>
          </ac:spMkLst>
        </pc:spChg>
        <pc:spChg chg="del">
          <ac:chgData name="Mide Popoola" userId="752dd2f6-c152-4ddd-b936-c686ec2ec949" providerId="ADAL" clId="{B75D7FA3-40DF-4535-B00B-E1D1EBC8E741}" dt="2026-05-31T23:01:59.011" v="160" actId="478"/>
          <ac:spMkLst>
            <pc:docMk/>
            <pc:sldMk cId="2029325264" sldId="2147474867"/>
            <ac:spMk id="219" creationId="{92D57A65-4260-2E6A-B0D6-C00E845133EC}"/>
          </ac:spMkLst>
        </pc:spChg>
        <pc:spChg chg="del">
          <ac:chgData name="Mide Popoola" userId="752dd2f6-c152-4ddd-b936-c686ec2ec949" providerId="ADAL" clId="{B75D7FA3-40DF-4535-B00B-E1D1EBC8E741}" dt="2026-05-31T23:01:59.011" v="160" actId="478"/>
          <ac:spMkLst>
            <pc:docMk/>
            <pc:sldMk cId="2029325264" sldId="2147474867"/>
            <ac:spMk id="220" creationId="{5ACDDFBE-4062-C0ED-6CBA-F48DB57D78E5}"/>
          </ac:spMkLst>
        </pc:spChg>
        <pc:spChg chg="mod">
          <ac:chgData name="Mide Popoola" userId="752dd2f6-c152-4ddd-b936-c686ec2ec949" providerId="ADAL" clId="{B75D7FA3-40DF-4535-B00B-E1D1EBC8E741}" dt="2026-05-31T22:59:03.648" v="102" actId="1076"/>
          <ac:spMkLst>
            <pc:docMk/>
            <pc:sldMk cId="2029325264" sldId="2147474867"/>
            <ac:spMk id="221" creationId="{031F0A45-6661-3412-18DE-6B29A88AFDE5}"/>
          </ac:spMkLst>
        </pc:spChg>
        <pc:spChg chg="mod">
          <ac:chgData name="Mide Popoola" userId="752dd2f6-c152-4ddd-b936-c686ec2ec949" providerId="ADAL" clId="{B75D7FA3-40DF-4535-B00B-E1D1EBC8E741}" dt="2026-05-31T22:59:03.648" v="102" actId="1076"/>
          <ac:spMkLst>
            <pc:docMk/>
            <pc:sldMk cId="2029325264" sldId="2147474867"/>
            <ac:spMk id="222" creationId="{61D980E2-909D-46E2-0558-BFA4B5F6572C}"/>
          </ac:spMkLst>
        </pc:spChg>
        <pc:spChg chg="mod">
          <ac:chgData name="Mide Popoola" userId="752dd2f6-c152-4ddd-b936-c686ec2ec949" providerId="ADAL" clId="{B75D7FA3-40DF-4535-B00B-E1D1EBC8E741}" dt="2026-05-31T23:04:29.650" v="190" actId="1036"/>
          <ac:spMkLst>
            <pc:docMk/>
            <pc:sldMk cId="2029325264" sldId="2147474867"/>
            <ac:spMk id="223" creationId="{8934DAAF-4612-5D80-135D-D314B58F0B5E}"/>
          </ac:spMkLst>
        </pc:spChg>
        <pc:spChg chg="mod">
          <ac:chgData name="Mide Popoola" userId="752dd2f6-c152-4ddd-b936-c686ec2ec949" providerId="ADAL" clId="{B75D7FA3-40DF-4535-B00B-E1D1EBC8E741}" dt="2026-05-31T23:04:29.650" v="190" actId="1036"/>
          <ac:spMkLst>
            <pc:docMk/>
            <pc:sldMk cId="2029325264" sldId="2147474867"/>
            <ac:spMk id="226" creationId="{67BA1DBD-90FB-7CA6-D04D-EF4422E5229B}"/>
          </ac:spMkLst>
        </pc:spChg>
        <pc:spChg chg="mod">
          <ac:chgData name="Mide Popoola" userId="752dd2f6-c152-4ddd-b936-c686ec2ec949" providerId="ADAL" clId="{B75D7FA3-40DF-4535-B00B-E1D1EBC8E741}" dt="2026-05-31T22:58:40.306" v="100" actId="1076"/>
          <ac:spMkLst>
            <pc:docMk/>
            <pc:sldMk cId="2029325264" sldId="2147474867"/>
            <ac:spMk id="227" creationId="{53F0A173-9249-7317-934E-4C30CD1FE699}"/>
          </ac:spMkLst>
        </pc:spChg>
        <pc:spChg chg="mod">
          <ac:chgData name="Mide Popoola" userId="752dd2f6-c152-4ddd-b936-c686ec2ec949" providerId="ADAL" clId="{B75D7FA3-40DF-4535-B00B-E1D1EBC8E741}" dt="2026-05-31T22:59:03.648" v="102" actId="1076"/>
          <ac:spMkLst>
            <pc:docMk/>
            <pc:sldMk cId="2029325264" sldId="2147474867"/>
            <ac:spMk id="229" creationId="{0B6B199A-AD66-4228-6485-642AB8EA06FA}"/>
          </ac:spMkLst>
        </pc:spChg>
        <pc:spChg chg="mod">
          <ac:chgData name="Mide Popoola" userId="752dd2f6-c152-4ddd-b936-c686ec2ec949" providerId="ADAL" clId="{B75D7FA3-40DF-4535-B00B-E1D1EBC8E741}" dt="2026-05-31T22:58:54.512" v="101" actId="1076"/>
          <ac:spMkLst>
            <pc:docMk/>
            <pc:sldMk cId="2029325264" sldId="2147474867"/>
            <ac:spMk id="230" creationId="{A3E54C10-6EE7-9FD5-C0DD-87F252CB4921}"/>
          </ac:spMkLst>
        </pc:spChg>
        <pc:spChg chg="mod">
          <ac:chgData name="Mide Popoola" userId="752dd2f6-c152-4ddd-b936-c686ec2ec949" providerId="ADAL" clId="{B75D7FA3-40DF-4535-B00B-E1D1EBC8E741}" dt="2026-05-31T23:04:29.650" v="190" actId="1036"/>
          <ac:spMkLst>
            <pc:docMk/>
            <pc:sldMk cId="2029325264" sldId="2147474867"/>
            <ac:spMk id="231" creationId="{A7BA4AC6-F8D5-EB0B-E16A-077B1B65E854}"/>
          </ac:spMkLst>
        </pc:spChg>
        <pc:spChg chg="mod">
          <ac:chgData name="Mide Popoola" userId="752dd2f6-c152-4ddd-b936-c686ec2ec949" providerId="ADAL" clId="{B75D7FA3-40DF-4535-B00B-E1D1EBC8E741}" dt="2026-05-31T22:58:40.306" v="100" actId="1076"/>
          <ac:spMkLst>
            <pc:docMk/>
            <pc:sldMk cId="2029325264" sldId="2147474867"/>
            <ac:spMk id="233" creationId="{EB5794DF-DD3E-FA61-B0B5-30D231B019FC}"/>
          </ac:spMkLst>
        </pc:spChg>
        <pc:spChg chg="mod">
          <ac:chgData name="Mide Popoola" userId="752dd2f6-c152-4ddd-b936-c686ec2ec949" providerId="ADAL" clId="{B75D7FA3-40DF-4535-B00B-E1D1EBC8E741}" dt="2026-05-31T22:59:03.648" v="102" actId="1076"/>
          <ac:spMkLst>
            <pc:docMk/>
            <pc:sldMk cId="2029325264" sldId="2147474867"/>
            <ac:spMk id="234" creationId="{8B65FD8D-D903-DEE2-3A6B-B7C292004176}"/>
          </ac:spMkLst>
        </pc:spChg>
        <pc:spChg chg="mod">
          <ac:chgData name="Mide Popoola" userId="752dd2f6-c152-4ddd-b936-c686ec2ec949" providerId="ADAL" clId="{B75D7FA3-40DF-4535-B00B-E1D1EBC8E741}" dt="2026-05-31T22:59:03.648" v="102" actId="1076"/>
          <ac:spMkLst>
            <pc:docMk/>
            <pc:sldMk cId="2029325264" sldId="2147474867"/>
            <ac:spMk id="237" creationId="{8109AE90-098E-7F79-58EF-13641A9D731F}"/>
          </ac:spMkLst>
        </pc:spChg>
        <pc:spChg chg="mod">
          <ac:chgData name="Mide Popoola" userId="752dd2f6-c152-4ddd-b936-c686ec2ec949" providerId="ADAL" clId="{B75D7FA3-40DF-4535-B00B-E1D1EBC8E741}" dt="2026-05-31T22:58:54.512" v="101" actId="1076"/>
          <ac:spMkLst>
            <pc:docMk/>
            <pc:sldMk cId="2029325264" sldId="2147474867"/>
            <ac:spMk id="239" creationId="{EBE9558A-415A-DDA6-A5D8-495EE1FEE65E}"/>
          </ac:spMkLst>
        </pc:spChg>
        <pc:spChg chg="mod">
          <ac:chgData name="Mide Popoola" userId="752dd2f6-c152-4ddd-b936-c686ec2ec949" providerId="ADAL" clId="{B75D7FA3-40DF-4535-B00B-E1D1EBC8E741}" dt="2026-05-31T23:04:29.650" v="190" actId="1036"/>
          <ac:spMkLst>
            <pc:docMk/>
            <pc:sldMk cId="2029325264" sldId="2147474867"/>
            <ac:spMk id="240" creationId="{188B6336-9341-9CA7-51EF-3DB93190937E}"/>
          </ac:spMkLst>
        </pc:spChg>
        <pc:spChg chg="mod">
          <ac:chgData name="Mide Popoola" userId="752dd2f6-c152-4ddd-b936-c686ec2ec949" providerId="ADAL" clId="{B75D7FA3-40DF-4535-B00B-E1D1EBC8E741}" dt="2026-05-31T22:58:54.512" v="101" actId="1076"/>
          <ac:spMkLst>
            <pc:docMk/>
            <pc:sldMk cId="2029325264" sldId="2147474867"/>
            <ac:spMk id="241" creationId="{5D840D9E-08B8-E51E-AE99-3F7733068DA5}"/>
          </ac:spMkLst>
        </pc:spChg>
        <pc:spChg chg="mod">
          <ac:chgData name="Mide Popoola" userId="752dd2f6-c152-4ddd-b936-c686ec2ec949" providerId="ADAL" clId="{B75D7FA3-40DF-4535-B00B-E1D1EBC8E741}" dt="2026-05-31T23:04:29.650" v="190" actId="1036"/>
          <ac:spMkLst>
            <pc:docMk/>
            <pc:sldMk cId="2029325264" sldId="2147474867"/>
            <ac:spMk id="242" creationId="{E80B9E24-23F3-4EA7-4D2E-19B7F10E8478}"/>
          </ac:spMkLst>
        </pc:spChg>
        <pc:spChg chg="mod">
          <ac:chgData name="Mide Popoola" userId="752dd2f6-c152-4ddd-b936-c686ec2ec949" providerId="ADAL" clId="{B75D7FA3-40DF-4535-B00B-E1D1EBC8E741}" dt="2026-05-31T23:04:29.650" v="190" actId="1036"/>
          <ac:spMkLst>
            <pc:docMk/>
            <pc:sldMk cId="2029325264" sldId="2147474867"/>
            <ac:spMk id="243" creationId="{8328DE74-985B-FAFA-E153-BE87A1F57BB6}"/>
          </ac:spMkLst>
        </pc:spChg>
        <pc:spChg chg="mod">
          <ac:chgData name="Mide Popoola" userId="752dd2f6-c152-4ddd-b936-c686ec2ec949" providerId="ADAL" clId="{B75D7FA3-40DF-4535-B00B-E1D1EBC8E741}" dt="2026-05-31T22:58:54.512" v="101" actId="1076"/>
          <ac:spMkLst>
            <pc:docMk/>
            <pc:sldMk cId="2029325264" sldId="2147474867"/>
            <ac:spMk id="244" creationId="{371F16B1-BD29-AD17-CFB2-21A9505E25C1}"/>
          </ac:spMkLst>
        </pc:spChg>
        <pc:spChg chg="mod">
          <ac:chgData name="Mide Popoola" userId="752dd2f6-c152-4ddd-b936-c686ec2ec949" providerId="ADAL" clId="{B75D7FA3-40DF-4535-B00B-E1D1EBC8E741}" dt="2026-05-31T22:58:54.512" v="101" actId="1076"/>
          <ac:spMkLst>
            <pc:docMk/>
            <pc:sldMk cId="2029325264" sldId="2147474867"/>
            <ac:spMk id="245" creationId="{3393AEE1-B7B8-F146-FF55-CD135CB35EAA}"/>
          </ac:spMkLst>
        </pc:spChg>
        <pc:spChg chg="mod">
          <ac:chgData name="Mide Popoola" userId="752dd2f6-c152-4ddd-b936-c686ec2ec949" providerId="ADAL" clId="{B75D7FA3-40DF-4535-B00B-E1D1EBC8E741}" dt="2026-05-31T22:58:54.512" v="101" actId="1076"/>
          <ac:spMkLst>
            <pc:docMk/>
            <pc:sldMk cId="2029325264" sldId="2147474867"/>
            <ac:spMk id="246" creationId="{A2FAECDE-B5C6-9AFA-D7F4-350FF32A7B64}"/>
          </ac:spMkLst>
        </pc:spChg>
        <pc:spChg chg="del">
          <ac:chgData name="Mide Popoola" userId="752dd2f6-c152-4ddd-b936-c686ec2ec949" providerId="ADAL" clId="{B75D7FA3-40DF-4535-B00B-E1D1EBC8E741}" dt="2026-05-31T23:04:55.913" v="192" actId="478"/>
          <ac:spMkLst>
            <pc:docMk/>
            <pc:sldMk cId="2029325264" sldId="2147474867"/>
            <ac:spMk id="247" creationId="{A07A89DD-D5A4-F595-872D-35D424D7AB8A}"/>
          </ac:spMkLst>
        </pc:spChg>
        <pc:spChg chg="del">
          <ac:chgData name="Mide Popoola" userId="752dd2f6-c152-4ddd-b936-c686ec2ec949" providerId="ADAL" clId="{B75D7FA3-40DF-4535-B00B-E1D1EBC8E741}" dt="2026-05-31T23:04:50.661" v="191" actId="478"/>
          <ac:spMkLst>
            <pc:docMk/>
            <pc:sldMk cId="2029325264" sldId="2147474867"/>
            <ac:spMk id="248" creationId="{323CEA95-7C57-83BA-E1DB-2E42452C7E78}"/>
          </ac:spMkLst>
        </pc:spChg>
        <pc:cxnChg chg="add mod">
          <ac:chgData name="Mide Popoola" userId="752dd2f6-c152-4ddd-b936-c686ec2ec949" providerId="ADAL" clId="{B75D7FA3-40DF-4535-B00B-E1D1EBC8E741}" dt="2026-05-31T23:08:15.900" v="325" actId="1036"/>
          <ac:cxnSpMkLst>
            <pc:docMk/>
            <pc:sldMk cId="2029325264" sldId="2147474867"/>
            <ac:cxnSpMk id="12" creationId="{92E839C9-904B-F8A0-1385-14910C7F744D}"/>
          </ac:cxnSpMkLst>
        </pc:cxnChg>
      </pc:sldChg>
      <pc:sldChg chg="addSp modSp mod">
        <pc:chgData name="Mide Popoola" userId="752dd2f6-c152-4ddd-b936-c686ec2ec949" providerId="ADAL" clId="{B75D7FA3-40DF-4535-B00B-E1D1EBC8E741}" dt="2026-05-31T23:15:20.446" v="615" actId="1038"/>
        <pc:sldMkLst>
          <pc:docMk/>
          <pc:sldMk cId="3645990048" sldId="2147474868"/>
        </pc:sldMkLst>
        <pc:spChg chg="mod">
          <ac:chgData name="Mide Popoola" userId="752dd2f6-c152-4ddd-b936-c686ec2ec949" providerId="ADAL" clId="{B75D7FA3-40DF-4535-B00B-E1D1EBC8E741}" dt="2026-05-31T23:11:03.584" v="465" actId="14100"/>
          <ac:spMkLst>
            <pc:docMk/>
            <pc:sldMk cId="3645990048" sldId="2147474868"/>
            <ac:spMk id="2" creationId="{8ADAA58E-DC66-FBE8-5E37-AEE083784A55}"/>
          </ac:spMkLst>
        </pc:spChg>
        <pc:spChg chg="mod">
          <ac:chgData name="Mide Popoola" userId="752dd2f6-c152-4ddd-b936-c686ec2ec949" providerId="ADAL" clId="{B75D7FA3-40DF-4535-B00B-E1D1EBC8E741}" dt="2026-05-31T23:11:22.453" v="491" actId="1035"/>
          <ac:spMkLst>
            <pc:docMk/>
            <pc:sldMk cId="3645990048" sldId="2147474868"/>
            <ac:spMk id="5" creationId="{617C96BE-6E24-F93D-B09E-22BD480BBD34}"/>
          </ac:spMkLst>
        </pc:spChg>
        <pc:spChg chg="mod">
          <ac:chgData name="Mide Popoola" userId="752dd2f6-c152-4ddd-b936-c686ec2ec949" providerId="ADAL" clId="{B75D7FA3-40DF-4535-B00B-E1D1EBC8E741}" dt="2026-05-31T23:11:22.453" v="491" actId="1035"/>
          <ac:spMkLst>
            <pc:docMk/>
            <pc:sldMk cId="3645990048" sldId="2147474868"/>
            <ac:spMk id="10" creationId="{D599270A-7302-AA46-634C-0C4F2D4B1956}"/>
          </ac:spMkLst>
        </pc:spChg>
        <pc:spChg chg="mod">
          <ac:chgData name="Mide Popoola" userId="752dd2f6-c152-4ddd-b936-c686ec2ec949" providerId="ADAL" clId="{B75D7FA3-40DF-4535-B00B-E1D1EBC8E741}" dt="2026-05-31T23:11:22.453" v="491" actId="1035"/>
          <ac:spMkLst>
            <pc:docMk/>
            <pc:sldMk cId="3645990048" sldId="2147474868"/>
            <ac:spMk id="15" creationId="{4EA3CCE1-2048-19B2-C80E-C7B7466ADA9F}"/>
          </ac:spMkLst>
        </pc:spChg>
        <pc:spChg chg="mod">
          <ac:chgData name="Mide Popoola" userId="752dd2f6-c152-4ddd-b936-c686ec2ec949" providerId="ADAL" clId="{B75D7FA3-40DF-4535-B00B-E1D1EBC8E741}" dt="2026-05-31T23:11:22.453" v="491" actId="1035"/>
          <ac:spMkLst>
            <pc:docMk/>
            <pc:sldMk cId="3645990048" sldId="2147474868"/>
            <ac:spMk id="25" creationId="{BC9E7084-113B-E3A2-92B9-0A396A2C8F73}"/>
          </ac:spMkLst>
        </pc:spChg>
        <pc:spChg chg="mod">
          <ac:chgData name="Mide Popoola" userId="752dd2f6-c152-4ddd-b936-c686ec2ec949" providerId="ADAL" clId="{B75D7FA3-40DF-4535-B00B-E1D1EBC8E741}" dt="2026-05-31T23:11:22.453" v="491" actId="1035"/>
          <ac:spMkLst>
            <pc:docMk/>
            <pc:sldMk cId="3645990048" sldId="2147474868"/>
            <ac:spMk id="29" creationId="{8FA48FCA-F717-2969-B77B-0A396F252DC8}"/>
          </ac:spMkLst>
        </pc:spChg>
        <pc:spChg chg="mod">
          <ac:chgData name="Mide Popoola" userId="752dd2f6-c152-4ddd-b936-c686ec2ec949" providerId="ADAL" clId="{B75D7FA3-40DF-4535-B00B-E1D1EBC8E741}" dt="2026-05-31T23:11:22.453" v="491" actId="1035"/>
          <ac:spMkLst>
            <pc:docMk/>
            <pc:sldMk cId="3645990048" sldId="2147474868"/>
            <ac:spMk id="34" creationId="{8FA3B395-5EEE-B13A-8B9D-F07CFD92337A}"/>
          </ac:spMkLst>
        </pc:spChg>
        <pc:spChg chg="mod">
          <ac:chgData name="Mide Popoola" userId="752dd2f6-c152-4ddd-b936-c686ec2ec949" providerId="ADAL" clId="{B75D7FA3-40DF-4535-B00B-E1D1EBC8E741}" dt="2026-05-31T23:11:22.453" v="491" actId="1035"/>
          <ac:spMkLst>
            <pc:docMk/>
            <pc:sldMk cId="3645990048" sldId="2147474868"/>
            <ac:spMk id="41" creationId="{124F231B-8101-399F-7596-3E9DA1A6505B}"/>
          </ac:spMkLst>
        </pc:spChg>
        <pc:spChg chg="mod">
          <ac:chgData name="Mide Popoola" userId="752dd2f6-c152-4ddd-b936-c686ec2ec949" providerId="ADAL" clId="{B75D7FA3-40DF-4535-B00B-E1D1EBC8E741}" dt="2026-05-31T23:11:22.453" v="491" actId="1035"/>
          <ac:spMkLst>
            <pc:docMk/>
            <pc:sldMk cId="3645990048" sldId="2147474868"/>
            <ac:spMk id="45" creationId="{BE916433-5646-4F7A-29CB-0FB4FE903A8D}"/>
          </ac:spMkLst>
        </pc:spChg>
        <pc:spChg chg="mod">
          <ac:chgData name="Mide Popoola" userId="752dd2f6-c152-4ddd-b936-c686ec2ec949" providerId="ADAL" clId="{B75D7FA3-40DF-4535-B00B-E1D1EBC8E741}" dt="2026-05-31T23:11:22.453" v="491" actId="1035"/>
          <ac:spMkLst>
            <pc:docMk/>
            <pc:sldMk cId="3645990048" sldId="2147474868"/>
            <ac:spMk id="50" creationId="{615C9B3F-FB07-57F3-3AC9-BE7B9256CD26}"/>
          </ac:spMkLst>
        </pc:spChg>
        <pc:spChg chg="mod">
          <ac:chgData name="Mide Popoola" userId="752dd2f6-c152-4ddd-b936-c686ec2ec949" providerId="ADAL" clId="{B75D7FA3-40DF-4535-B00B-E1D1EBC8E741}" dt="2026-05-31T23:11:22.453" v="491" actId="1035"/>
          <ac:spMkLst>
            <pc:docMk/>
            <pc:sldMk cId="3645990048" sldId="2147474868"/>
            <ac:spMk id="53" creationId="{8C0F5DF1-693F-F8C4-CA56-19AABB44BCCD}"/>
          </ac:spMkLst>
        </pc:spChg>
        <pc:spChg chg="mod">
          <ac:chgData name="Mide Popoola" userId="752dd2f6-c152-4ddd-b936-c686ec2ec949" providerId="ADAL" clId="{B75D7FA3-40DF-4535-B00B-E1D1EBC8E741}" dt="2026-05-31T23:12:16.149" v="560" actId="1035"/>
          <ac:spMkLst>
            <pc:docMk/>
            <pc:sldMk cId="3645990048" sldId="2147474868"/>
            <ac:spMk id="56" creationId="{906D5C15-694A-B1CC-DE34-2473B4219D38}"/>
          </ac:spMkLst>
        </pc:spChg>
        <pc:spChg chg="add mod">
          <ac:chgData name="Mide Popoola" userId="752dd2f6-c152-4ddd-b936-c686ec2ec949" providerId="ADAL" clId="{B75D7FA3-40DF-4535-B00B-E1D1EBC8E741}" dt="2026-05-31T23:14:54.457" v="607" actId="1076"/>
          <ac:spMkLst>
            <pc:docMk/>
            <pc:sldMk cId="3645990048" sldId="2147474868"/>
            <ac:spMk id="57" creationId="{95355290-99B8-FCA5-4E4F-E3FBDF3F399A}"/>
          </ac:spMkLst>
        </pc:spChg>
        <pc:spChg chg="add mod">
          <ac:chgData name="Mide Popoola" userId="752dd2f6-c152-4ddd-b936-c686ec2ec949" providerId="ADAL" clId="{B75D7FA3-40DF-4535-B00B-E1D1EBC8E741}" dt="2026-05-31T23:15:06.930" v="608" actId="14100"/>
          <ac:spMkLst>
            <pc:docMk/>
            <pc:sldMk cId="3645990048" sldId="2147474868"/>
            <ac:spMk id="58" creationId="{93D4E418-9F7F-F1E5-CBBD-96D8FF727DDF}"/>
          </ac:spMkLst>
        </pc:spChg>
        <pc:spChg chg="add mod">
          <ac:chgData name="Mide Popoola" userId="752dd2f6-c152-4ddd-b936-c686ec2ec949" providerId="ADAL" clId="{B75D7FA3-40DF-4535-B00B-E1D1EBC8E741}" dt="2026-05-31T23:14:54.457" v="607" actId="1076"/>
          <ac:spMkLst>
            <pc:docMk/>
            <pc:sldMk cId="3645990048" sldId="2147474868"/>
            <ac:spMk id="59" creationId="{147613A6-999C-D635-0279-63DA231B4548}"/>
          </ac:spMkLst>
        </pc:spChg>
        <pc:spChg chg="add mod">
          <ac:chgData name="Mide Popoola" userId="752dd2f6-c152-4ddd-b936-c686ec2ec949" providerId="ADAL" clId="{B75D7FA3-40DF-4535-B00B-E1D1EBC8E741}" dt="2026-05-31T23:14:54.457" v="607" actId="1076"/>
          <ac:spMkLst>
            <pc:docMk/>
            <pc:sldMk cId="3645990048" sldId="2147474868"/>
            <ac:spMk id="60" creationId="{9DF17E94-A5EA-ECF3-56EE-C8A00758A914}"/>
          </ac:spMkLst>
        </pc:spChg>
        <pc:spChg chg="mod">
          <ac:chgData name="Mide Popoola" userId="752dd2f6-c152-4ddd-b936-c686ec2ec949" providerId="ADAL" clId="{B75D7FA3-40DF-4535-B00B-E1D1EBC8E741}" dt="2026-05-31T23:14:54.457" v="607" actId="1076"/>
          <ac:spMkLst>
            <pc:docMk/>
            <pc:sldMk cId="3645990048" sldId="2147474868"/>
            <ac:spMk id="61" creationId="{E9300767-2FDB-52C4-5621-B6CE69283A32}"/>
          </ac:spMkLst>
        </pc:spChg>
        <pc:spChg chg="add mod">
          <ac:chgData name="Mide Popoola" userId="752dd2f6-c152-4ddd-b936-c686ec2ec949" providerId="ADAL" clId="{B75D7FA3-40DF-4535-B00B-E1D1EBC8E741}" dt="2026-05-31T23:14:54.457" v="607" actId="1076"/>
          <ac:spMkLst>
            <pc:docMk/>
            <pc:sldMk cId="3645990048" sldId="2147474868"/>
            <ac:spMk id="62" creationId="{A632028D-5EA4-0503-CC36-471818705220}"/>
          </ac:spMkLst>
        </pc:spChg>
        <pc:spChg chg="mod">
          <ac:chgData name="Mide Popoola" userId="752dd2f6-c152-4ddd-b936-c686ec2ec949" providerId="ADAL" clId="{B75D7FA3-40DF-4535-B00B-E1D1EBC8E741}" dt="2026-05-31T23:15:20.446" v="615" actId="1038"/>
          <ac:spMkLst>
            <pc:docMk/>
            <pc:sldMk cId="3645990048" sldId="2147474868"/>
            <ac:spMk id="63" creationId="{6E52F81B-69A3-5976-7D36-6C05991AF6CB}"/>
          </ac:spMkLst>
        </pc:spChg>
        <pc:spChg chg="add mod">
          <ac:chgData name="Mide Popoola" userId="752dd2f6-c152-4ddd-b936-c686ec2ec949" providerId="ADAL" clId="{B75D7FA3-40DF-4535-B00B-E1D1EBC8E741}" dt="2026-05-31T23:15:20.446" v="615" actId="1038"/>
          <ac:spMkLst>
            <pc:docMk/>
            <pc:sldMk cId="3645990048" sldId="2147474868"/>
            <ac:spMk id="64" creationId="{59F30682-CC6F-C2F9-6D45-B6EC3AD79CBE}"/>
          </ac:spMkLst>
        </pc:spChg>
        <pc:spChg chg="add mod">
          <ac:chgData name="Mide Popoola" userId="752dd2f6-c152-4ddd-b936-c686ec2ec949" providerId="ADAL" clId="{B75D7FA3-40DF-4535-B00B-E1D1EBC8E741}" dt="2026-05-31T23:15:20.446" v="615" actId="1038"/>
          <ac:spMkLst>
            <pc:docMk/>
            <pc:sldMk cId="3645990048" sldId="2147474868"/>
            <ac:spMk id="65" creationId="{77B38C95-B1A5-F79F-CCE7-81E0F83973C6}"/>
          </ac:spMkLst>
        </pc:spChg>
        <pc:spChg chg="mod">
          <ac:chgData name="Mide Popoola" userId="752dd2f6-c152-4ddd-b936-c686ec2ec949" providerId="ADAL" clId="{B75D7FA3-40DF-4535-B00B-E1D1EBC8E741}" dt="2026-05-31T23:15:20.446" v="615" actId="1038"/>
          <ac:spMkLst>
            <pc:docMk/>
            <pc:sldMk cId="3645990048" sldId="2147474868"/>
            <ac:spMk id="66" creationId="{BEAEC8E7-0864-F8BF-8492-D15E37EE9F56}"/>
          </ac:spMkLst>
        </pc:spChg>
        <pc:spChg chg="add mod">
          <ac:chgData name="Mide Popoola" userId="752dd2f6-c152-4ddd-b936-c686ec2ec949" providerId="ADAL" clId="{B75D7FA3-40DF-4535-B00B-E1D1EBC8E741}" dt="2026-05-31T23:15:20.446" v="615" actId="1038"/>
          <ac:spMkLst>
            <pc:docMk/>
            <pc:sldMk cId="3645990048" sldId="2147474868"/>
            <ac:spMk id="67" creationId="{3953951D-C68A-5EE2-7A52-6C1E2143CE94}"/>
          </ac:spMkLst>
        </pc:spChg>
        <pc:spChg chg="add mod">
          <ac:chgData name="Mide Popoola" userId="752dd2f6-c152-4ddd-b936-c686ec2ec949" providerId="ADAL" clId="{B75D7FA3-40DF-4535-B00B-E1D1EBC8E741}" dt="2026-05-31T23:15:20.446" v="615" actId="1038"/>
          <ac:spMkLst>
            <pc:docMk/>
            <pc:sldMk cId="3645990048" sldId="2147474868"/>
            <ac:spMk id="68" creationId="{37927F89-3A88-9CA4-A225-C3281F386985}"/>
          </ac:spMkLst>
        </pc:spChg>
        <pc:spChg chg="mod">
          <ac:chgData name="Mide Popoola" userId="752dd2f6-c152-4ddd-b936-c686ec2ec949" providerId="ADAL" clId="{B75D7FA3-40DF-4535-B00B-E1D1EBC8E741}" dt="2026-05-31T23:13:14.312" v="588" actId="14100"/>
          <ac:spMkLst>
            <pc:docMk/>
            <pc:sldMk cId="3645990048" sldId="2147474868"/>
            <ac:spMk id="69" creationId="{9203760F-D800-5DD6-3A0D-1D4A531D6027}"/>
          </ac:spMkLst>
        </pc:spChg>
        <pc:spChg chg="add mod">
          <ac:chgData name="Mide Popoola" userId="752dd2f6-c152-4ddd-b936-c686ec2ec949" providerId="ADAL" clId="{B75D7FA3-40DF-4535-B00B-E1D1EBC8E741}" dt="2026-05-31T23:13:18.257" v="589" actId="14100"/>
          <ac:spMkLst>
            <pc:docMk/>
            <pc:sldMk cId="3645990048" sldId="2147474868"/>
            <ac:spMk id="70" creationId="{17356974-9730-4AB2-498D-08377AB4D4FC}"/>
          </ac:spMkLst>
        </pc:spChg>
        <pc:spChg chg="mod">
          <ac:chgData name="Mide Popoola" userId="752dd2f6-c152-4ddd-b936-c686ec2ec949" providerId="ADAL" clId="{B75D7FA3-40DF-4535-B00B-E1D1EBC8E741}" dt="2026-05-31T23:14:11.579" v="600" actId="14100"/>
          <ac:spMkLst>
            <pc:docMk/>
            <pc:sldMk cId="3645990048" sldId="2147474868"/>
            <ac:spMk id="71" creationId="{3B9D7D6B-2380-4849-42F1-33838D549141}"/>
          </ac:spMkLst>
        </pc:spChg>
        <pc:spChg chg="mod">
          <ac:chgData name="Mide Popoola" userId="752dd2f6-c152-4ddd-b936-c686ec2ec949" providerId="ADAL" clId="{B75D7FA3-40DF-4535-B00B-E1D1EBC8E741}" dt="2026-05-31T23:14:03.871" v="598" actId="14100"/>
          <ac:spMkLst>
            <pc:docMk/>
            <pc:sldMk cId="3645990048" sldId="2147474868"/>
            <ac:spMk id="72" creationId="{6882784E-E091-18A1-8CD8-B94F36EC5C15}"/>
          </ac:spMkLst>
        </pc:spChg>
        <pc:spChg chg="mod">
          <ac:chgData name="Mide Popoola" userId="752dd2f6-c152-4ddd-b936-c686ec2ec949" providerId="ADAL" clId="{B75D7FA3-40DF-4535-B00B-E1D1EBC8E741}" dt="2026-05-31T23:14:07.991" v="599" actId="14100"/>
          <ac:spMkLst>
            <pc:docMk/>
            <pc:sldMk cId="3645990048" sldId="2147474868"/>
            <ac:spMk id="73" creationId="{BCFA3EA2-10CA-1BD7-8A17-B2F4DCD8232C}"/>
          </ac:spMkLst>
        </pc:spChg>
        <pc:spChg chg="mod">
          <ac:chgData name="Mide Popoola" userId="752dd2f6-c152-4ddd-b936-c686ec2ec949" providerId="ADAL" clId="{B75D7FA3-40DF-4535-B00B-E1D1EBC8E741}" dt="2026-05-31T23:14:01.039" v="597" actId="14100"/>
          <ac:spMkLst>
            <pc:docMk/>
            <pc:sldMk cId="3645990048" sldId="2147474868"/>
            <ac:spMk id="74" creationId="{A370C17F-EB9B-D1A0-2600-67845A74234E}"/>
          </ac:spMkLst>
        </pc:spChg>
        <pc:cxnChg chg="add mod">
          <ac:chgData name="Mide Popoola" userId="752dd2f6-c152-4ddd-b936-c686ec2ec949" providerId="ADAL" clId="{B75D7FA3-40DF-4535-B00B-E1D1EBC8E741}" dt="2026-05-31T23:09:42.269" v="372" actId="1036"/>
          <ac:cxnSpMkLst>
            <pc:docMk/>
            <pc:sldMk cId="3645990048" sldId="2147474868"/>
            <ac:cxnSpMk id="27" creationId="{D03ACA86-EA26-36FD-EB00-701A45B1A9B2}"/>
          </ac:cxnSpMkLst>
        </pc:cxnChg>
      </pc:sldChg>
      <pc:sldChg chg="addSp delSp modSp mod modShow">
        <pc:chgData name="Mide Popoola" userId="752dd2f6-c152-4ddd-b936-c686ec2ec949" providerId="ADAL" clId="{B75D7FA3-40DF-4535-B00B-E1D1EBC8E741}" dt="2026-05-31T23:40:51.270" v="1060" actId="729"/>
        <pc:sldMkLst>
          <pc:docMk/>
          <pc:sldMk cId="2599117589" sldId="2147474869"/>
        </pc:sldMkLst>
        <pc:spChg chg="add del mod">
          <ac:chgData name="Mide Popoola" userId="752dd2f6-c152-4ddd-b936-c686ec2ec949" providerId="ADAL" clId="{B75D7FA3-40DF-4535-B00B-E1D1EBC8E741}" dt="2026-05-31T23:21:26.643" v="619" actId="478"/>
          <ac:spMkLst>
            <pc:docMk/>
            <pc:sldMk cId="2599117589" sldId="2147474869"/>
            <ac:spMk id="2" creationId="{FC5320B8-DE7F-09A3-1872-7FA4FA3B933D}"/>
          </ac:spMkLst>
        </pc:spChg>
        <pc:spChg chg="add mod">
          <ac:chgData name="Mide Popoola" userId="752dd2f6-c152-4ddd-b936-c686ec2ec949" providerId="ADAL" clId="{B75D7FA3-40DF-4535-B00B-E1D1EBC8E741}" dt="2026-05-31T23:21:51.220" v="621" actId="1076"/>
          <ac:spMkLst>
            <pc:docMk/>
            <pc:sldMk cId="2599117589" sldId="2147474869"/>
            <ac:spMk id="3" creationId="{8C693852-ECDC-9158-9390-788C07ECA708}"/>
          </ac:spMkLst>
        </pc:spChg>
        <pc:spChg chg="add mod">
          <ac:chgData name="Mide Popoola" userId="752dd2f6-c152-4ddd-b936-c686ec2ec949" providerId="ADAL" clId="{B75D7FA3-40DF-4535-B00B-E1D1EBC8E741}" dt="2026-05-31T23:24:51.427" v="644" actId="20577"/>
          <ac:spMkLst>
            <pc:docMk/>
            <pc:sldMk cId="2599117589" sldId="2147474869"/>
            <ac:spMk id="5" creationId="{9262A432-7D94-CCFE-0D06-5EFCDF331C94}"/>
          </ac:spMkLst>
        </pc:spChg>
        <pc:spChg chg="add mod">
          <ac:chgData name="Mide Popoola" userId="752dd2f6-c152-4ddd-b936-c686ec2ec949" providerId="ADAL" clId="{B75D7FA3-40DF-4535-B00B-E1D1EBC8E741}" dt="2026-05-31T23:22:12.730" v="626" actId="1076"/>
          <ac:spMkLst>
            <pc:docMk/>
            <pc:sldMk cId="2599117589" sldId="2147474869"/>
            <ac:spMk id="8" creationId="{2431C916-5354-1B35-5EFF-5EFB38721DC1}"/>
          </ac:spMkLst>
        </pc:spChg>
        <pc:spChg chg="add mod">
          <ac:chgData name="Mide Popoola" userId="752dd2f6-c152-4ddd-b936-c686ec2ec949" providerId="ADAL" clId="{B75D7FA3-40DF-4535-B00B-E1D1EBC8E741}" dt="2026-05-31T23:22:12.730" v="626" actId="1076"/>
          <ac:spMkLst>
            <pc:docMk/>
            <pc:sldMk cId="2599117589" sldId="2147474869"/>
            <ac:spMk id="14" creationId="{F21F35FF-BE39-F137-D8B0-76A4BFBDB25C}"/>
          </ac:spMkLst>
        </pc:spChg>
        <pc:spChg chg="add mod">
          <ac:chgData name="Mide Popoola" userId="752dd2f6-c152-4ddd-b936-c686ec2ec949" providerId="ADAL" clId="{B75D7FA3-40DF-4535-B00B-E1D1EBC8E741}" dt="2026-05-31T23:25:33.912" v="649" actId="1076"/>
          <ac:spMkLst>
            <pc:docMk/>
            <pc:sldMk cId="2599117589" sldId="2147474869"/>
            <ac:spMk id="15" creationId="{D817FAA2-9F70-D9D5-940D-324AB8CFE6D0}"/>
          </ac:spMkLst>
        </pc:spChg>
        <pc:spChg chg="add mod">
          <ac:chgData name="Mide Popoola" userId="752dd2f6-c152-4ddd-b936-c686ec2ec949" providerId="ADAL" clId="{B75D7FA3-40DF-4535-B00B-E1D1EBC8E741}" dt="2026-05-31T23:25:33.912" v="649" actId="1076"/>
          <ac:spMkLst>
            <pc:docMk/>
            <pc:sldMk cId="2599117589" sldId="2147474869"/>
            <ac:spMk id="16" creationId="{89262977-4E9C-D444-F658-849A76BF866A}"/>
          </ac:spMkLst>
        </pc:spChg>
        <pc:spChg chg="add mod">
          <ac:chgData name="Mide Popoola" userId="752dd2f6-c152-4ddd-b936-c686ec2ec949" providerId="ADAL" clId="{B75D7FA3-40DF-4535-B00B-E1D1EBC8E741}" dt="2026-05-31T23:25:50.437" v="651" actId="1076"/>
          <ac:spMkLst>
            <pc:docMk/>
            <pc:sldMk cId="2599117589" sldId="2147474869"/>
            <ac:spMk id="17" creationId="{54C1B890-6801-280E-2305-2A402C304F66}"/>
          </ac:spMkLst>
        </pc:spChg>
        <pc:spChg chg="add mod">
          <ac:chgData name="Mide Popoola" userId="752dd2f6-c152-4ddd-b936-c686ec2ec949" providerId="ADAL" clId="{B75D7FA3-40DF-4535-B00B-E1D1EBC8E741}" dt="2026-05-31T23:25:53.306" v="653" actId="20577"/>
          <ac:spMkLst>
            <pc:docMk/>
            <pc:sldMk cId="2599117589" sldId="2147474869"/>
            <ac:spMk id="18" creationId="{B3DC14CA-1538-4354-A780-09F9F4BD127F}"/>
          </ac:spMkLst>
        </pc:spChg>
        <pc:spChg chg="add mod">
          <ac:chgData name="Mide Popoola" userId="752dd2f6-c152-4ddd-b936-c686ec2ec949" providerId="ADAL" clId="{B75D7FA3-40DF-4535-B00B-E1D1EBC8E741}" dt="2026-05-31T23:26:04.484" v="655" actId="1076"/>
          <ac:spMkLst>
            <pc:docMk/>
            <pc:sldMk cId="2599117589" sldId="2147474869"/>
            <ac:spMk id="19" creationId="{E612A966-B49C-E1FB-D496-232ECD5B99E5}"/>
          </ac:spMkLst>
        </pc:spChg>
        <pc:spChg chg="add mod">
          <ac:chgData name="Mide Popoola" userId="752dd2f6-c152-4ddd-b936-c686ec2ec949" providerId="ADAL" clId="{B75D7FA3-40DF-4535-B00B-E1D1EBC8E741}" dt="2026-05-31T23:26:07.253" v="657" actId="20577"/>
          <ac:spMkLst>
            <pc:docMk/>
            <pc:sldMk cId="2599117589" sldId="2147474869"/>
            <ac:spMk id="20" creationId="{C91AC18A-F524-692D-6B47-A27DF309CC88}"/>
          </ac:spMkLst>
        </pc:spChg>
        <pc:spChg chg="add mod">
          <ac:chgData name="Mide Popoola" userId="752dd2f6-c152-4ddd-b936-c686ec2ec949" providerId="ADAL" clId="{B75D7FA3-40DF-4535-B00B-E1D1EBC8E741}" dt="2026-05-31T23:26:16.726" v="659" actId="1076"/>
          <ac:spMkLst>
            <pc:docMk/>
            <pc:sldMk cId="2599117589" sldId="2147474869"/>
            <ac:spMk id="21" creationId="{23FFC596-3E9B-2E0A-5E98-A0541F3E2795}"/>
          </ac:spMkLst>
        </pc:spChg>
        <pc:spChg chg="add mod">
          <ac:chgData name="Mide Popoola" userId="752dd2f6-c152-4ddd-b936-c686ec2ec949" providerId="ADAL" clId="{B75D7FA3-40DF-4535-B00B-E1D1EBC8E741}" dt="2026-05-31T23:26:19.345" v="661" actId="20577"/>
          <ac:spMkLst>
            <pc:docMk/>
            <pc:sldMk cId="2599117589" sldId="2147474869"/>
            <ac:spMk id="22" creationId="{660BCCC7-B006-3476-7828-9AE5F5462EDA}"/>
          </ac:spMkLst>
        </pc:spChg>
        <pc:spChg chg="add mod">
          <ac:chgData name="Mide Popoola" userId="752dd2f6-c152-4ddd-b936-c686ec2ec949" providerId="ADAL" clId="{B75D7FA3-40DF-4535-B00B-E1D1EBC8E741}" dt="2026-05-31T23:26:31.597" v="663" actId="1076"/>
          <ac:spMkLst>
            <pc:docMk/>
            <pc:sldMk cId="2599117589" sldId="2147474869"/>
            <ac:spMk id="23" creationId="{ED674294-4321-D6CD-4BBC-B1001BD6BBA1}"/>
          </ac:spMkLst>
        </pc:spChg>
        <pc:spChg chg="add mod">
          <ac:chgData name="Mide Popoola" userId="752dd2f6-c152-4ddd-b936-c686ec2ec949" providerId="ADAL" clId="{B75D7FA3-40DF-4535-B00B-E1D1EBC8E741}" dt="2026-05-31T23:26:34.105" v="665" actId="20577"/>
          <ac:spMkLst>
            <pc:docMk/>
            <pc:sldMk cId="2599117589" sldId="2147474869"/>
            <ac:spMk id="24" creationId="{0FB969D9-BC53-AA92-00B5-8423923F8A05}"/>
          </ac:spMkLst>
        </pc:spChg>
      </pc:sldChg>
      <pc:sldChg chg="add mod modShow">
        <pc:chgData name="Mide Popoola" userId="752dd2f6-c152-4ddd-b936-c686ec2ec949" providerId="ADAL" clId="{B75D7FA3-40DF-4535-B00B-E1D1EBC8E741}" dt="2026-05-31T22:44:10.901" v="95" actId="729"/>
        <pc:sldMkLst>
          <pc:docMk/>
          <pc:sldMk cId="1441376066" sldId="2147474871"/>
        </pc:sldMkLst>
      </pc:sldChg>
      <pc:sldChg chg="addSp delSp modSp add mod">
        <pc:chgData name="Mide Popoola" userId="752dd2f6-c152-4ddd-b936-c686ec2ec949" providerId="ADAL" clId="{B75D7FA3-40DF-4535-B00B-E1D1EBC8E741}" dt="2026-05-31T23:40:10.719" v="1058" actId="208"/>
        <pc:sldMkLst>
          <pc:docMk/>
          <pc:sldMk cId="1623008006" sldId="2147474872"/>
        </pc:sldMkLst>
        <pc:spChg chg="del mod">
          <ac:chgData name="Mide Popoola" userId="752dd2f6-c152-4ddd-b936-c686ec2ec949" providerId="ADAL" clId="{B75D7FA3-40DF-4535-B00B-E1D1EBC8E741}" dt="2026-05-31T23:32:12.606" v="783" actId="478"/>
          <ac:spMkLst>
            <pc:docMk/>
            <pc:sldMk cId="1623008006" sldId="2147474872"/>
            <ac:spMk id="2" creationId="{7E7164D8-F506-69E1-83CC-0CEE28634CA7}"/>
          </ac:spMkLst>
        </pc:spChg>
        <pc:spChg chg="del">
          <ac:chgData name="Mide Popoola" userId="752dd2f6-c152-4ddd-b936-c686ec2ec949" providerId="ADAL" clId="{B75D7FA3-40DF-4535-B00B-E1D1EBC8E741}" dt="2026-05-31T23:29:11.411" v="671" actId="478"/>
          <ac:spMkLst>
            <pc:docMk/>
            <pc:sldMk cId="1623008006" sldId="2147474872"/>
            <ac:spMk id="18" creationId="{196ECD28-487A-458B-A583-993658A27A39}"/>
          </ac:spMkLst>
        </pc:spChg>
        <pc:spChg chg="del">
          <ac:chgData name="Mide Popoola" userId="752dd2f6-c152-4ddd-b936-c686ec2ec949" providerId="ADAL" clId="{B75D7FA3-40DF-4535-B00B-E1D1EBC8E741}" dt="2026-05-31T23:32:30.114" v="785" actId="478"/>
          <ac:spMkLst>
            <pc:docMk/>
            <pc:sldMk cId="1623008006" sldId="2147474872"/>
            <ac:spMk id="25" creationId="{005C04CE-6CB0-308A-9365-6A31E59AE52C}"/>
          </ac:spMkLst>
        </pc:spChg>
        <pc:spChg chg="del mod">
          <ac:chgData name="Mide Popoola" userId="752dd2f6-c152-4ddd-b936-c686ec2ec949" providerId="ADAL" clId="{B75D7FA3-40DF-4535-B00B-E1D1EBC8E741}" dt="2026-05-31T23:39:28.621" v="1054" actId="478"/>
          <ac:spMkLst>
            <pc:docMk/>
            <pc:sldMk cId="1623008006" sldId="2147474872"/>
            <ac:spMk id="26" creationId="{B2021EE0-6F4C-56A2-81B9-69F7C7E4A20F}"/>
          </ac:spMkLst>
        </pc:spChg>
        <pc:spChg chg="mod">
          <ac:chgData name="Mide Popoola" userId="752dd2f6-c152-4ddd-b936-c686ec2ec949" providerId="ADAL" clId="{B75D7FA3-40DF-4535-B00B-E1D1EBC8E741}" dt="2026-05-31T23:34:16.894" v="834" actId="1038"/>
          <ac:spMkLst>
            <pc:docMk/>
            <pc:sldMk cId="1623008006" sldId="2147474872"/>
            <ac:spMk id="27" creationId="{429324D9-11DE-2459-E3B4-708AD4FDEC1D}"/>
          </ac:spMkLst>
        </pc:spChg>
        <pc:spChg chg="mod">
          <ac:chgData name="Mide Popoola" userId="752dd2f6-c152-4ddd-b936-c686ec2ec949" providerId="ADAL" clId="{B75D7FA3-40DF-4535-B00B-E1D1EBC8E741}" dt="2026-05-31T23:33:45.748" v="818" actId="1035"/>
          <ac:spMkLst>
            <pc:docMk/>
            <pc:sldMk cId="1623008006" sldId="2147474872"/>
            <ac:spMk id="29" creationId="{CF1CEDF2-042C-5F86-61FF-D582CF0D0F00}"/>
          </ac:spMkLst>
        </pc:spChg>
        <pc:spChg chg="add mod">
          <ac:chgData name="Mide Popoola" userId="752dd2f6-c152-4ddd-b936-c686ec2ec949" providerId="ADAL" clId="{B75D7FA3-40DF-4535-B00B-E1D1EBC8E741}" dt="2026-05-31T23:38:05.923" v="1027" actId="1035"/>
          <ac:spMkLst>
            <pc:docMk/>
            <pc:sldMk cId="1623008006" sldId="2147474872"/>
            <ac:spMk id="32" creationId="{E5F15525-589F-F9C8-1398-D8590962FF20}"/>
          </ac:spMkLst>
        </pc:spChg>
        <pc:spChg chg="mod">
          <ac:chgData name="Mide Popoola" userId="752dd2f6-c152-4ddd-b936-c686ec2ec949" providerId="ADAL" clId="{B75D7FA3-40DF-4535-B00B-E1D1EBC8E741}" dt="2026-05-31T23:32:48.898" v="789" actId="14100"/>
          <ac:spMkLst>
            <pc:docMk/>
            <pc:sldMk cId="1623008006" sldId="2147474872"/>
            <ac:spMk id="36" creationId="{41BA5D58-8CA1-F0E6-56D3-FAC78DAA0273}"/>
          </ac:spMkLst>
        </pc:spChg>
        <pc:spChg chg="mod">
          <ac:chgData name="Mide Popoola" userId="752dd2f6-c152-4ddd-b936-c686ec2ec949" providerId="ADAL" clId="{B75D7FA3-40DF-4535-B00B-E1D1EBC8E741}" dt="2026-05-31T23:38:22.172" v="1040" actId="1036"/>
          <ac:spMkLst>
            <pc:docMk/>
            <pc:sldMk cId="1623008006" sldId="2147474872"/>
            <ac:spMk id="38" creationId="{770EC76F-FE0D-09D3-F9D3-E4BBDB2F0394}"/>
          </ac:spMkLst>
        </pc:spChg>
        <pc:spChg chg="mod">
          <ac:chgData name="Mide Popoola" userId="752dd2f6-c152-4ddd-b936-c686ec2ec949" providerId="ADAL" clId="{B75D7FA3-40DF-4535-B00B-E1D1EBC8E741}" dt="2026-05-31T23:38:22.172" v="1040" actId="1036"/>
          <ac:spMkLst>
            <pc:docMk/>
            <pc:sldMk cId="1623008006" sldId="2147474872"/>
            <ac:spMk id="39" creationId="{A5DDC47A-C505-3EA1-1B85-02C446807A2C}"/>
          </ac:spMkLst>
        </pc:spChg>
        <pc:spChg chg="mod">
          <ac:chgData name="Mide Popoola" userId="752dd2f6-c152-4ddd-b936-c686ec2ec949" providerId="ADAL" clId="{B75D7FA3-40DF-4535-B00B-E1D1EBC8E741}" dt="2026-05-31T23:31:13.662" v="775" actId="1076"/>
          <ac:spMkLst>
            <pc:docMk/>
            <pc:sldMk cId="1623008006" sldId="2147474872"/>
            <ac:spMk id="40" creationId="{02DB2C02-485A-E87E-B049-B8DDB69D4EB4}"/>
          </ac:spMkLst>
        </pc:spChg>
        <pc:spChg chg="mod">
          <ac:chgData name="Mide Popoola" userId="752dd2f6-c152-4ddd-b936-c686ec2ec949" providerId="ADAL" clId="{B75D7FA3-40DF-4535-B00B-E1D1EBC8E741}" dt="2026-05-31T23:38:22.172" v="1040" actId="1036"/>
          <ac:spMkLst>
            <pc:docMk/>
            <pc:sldMk cId="1623008006" sldId="2147474872"/>
            <ac:spMk id="41" creationId="{7C6C1773-E2E3-3E82-EC88-4C64BE842061}"/>
          </ac:spMkLst>
        </pc:spChg>
        <pc:spChg chg="mod">
          <ac:chgData name="Mide Popoola" userId="752dd2f6-c152-4ddd-b936-c686ec2ec949" providerId="ADAL" clId="{B75D7FA3-40DF-4535-B00B-E1D1EBC8E741}" dt="2026-05-31T23:38:22.172" v="1040" actId="1036"/>
          <ac:spMkLst>
            <pc:docMk/>
            <pc:sldMk cId="1623008006" sldId="2147474872"/>
            <ac:spMk id="42" creationId="{F6A14F80-0BF4-315A-5CE9-24BC978CF984}"/>
          </ac:spMkLst>
        </pc:spChg>
        <pc:spChg chg="mod">
          <ac:chgData name="Mide Popoola" userId="752dd2f6-c152-4ddd-b936-c686ec2ec949" providerId="ADAL" clId="{B75D7FA3-40DF-4535-B00B-E1D1EBC8E741}" dt="2026-05-31T23:32:25.783" v="784" actId="1076"/>
          <ac:spMkLst>
            <pc:docMk/>
            <pc:sldMk cId="1623008006" sldId="2147474872"/>
            <ac:spMk id="43" creationId="{02241CAE-DDE0-6CBF-E54E-9A5B9ED49F91}"/>
          </ac:spMkLst>
        </pc:spChg>
        <pc:spChg chg="mod">
          <ac:chgData name="Mide Popoola" userId="752dd2f6-c152-4ddd-b936-c686ec2ec949" providerId="ADAL" clId="{B75D7FA3-40DF-4535-B00B-E1D1EBC8E741}" dt="2026-05-31T23:38:22.172" v="1040" actId="1036"/>
          <ac:spMkLst>
            <pc:docMk/>
            <pc:sldMk cId="1623008006" sldId="2147474872"/>
            <ac:spMk id="44" creationId="{227CAE16-29F5-0399-EDCC-7EC22B0EDA41}"/>
          </ac:spMkLst>
        </pc:spChg>
        <pc:spChg chg="mod">
          <ac:chgData name="Mide Popoola" userId="752dd2f6-c152-4ddd-b936-c686ec2ec949" providerId="ADAL" clId="{B75D7FA3-40DF-4535-B00B-E1D1EBC8E741}" dt="2026-05-31T23:32:25.783" v="784" actId="1076"/>
          <ac:spMkLst>
            <pc:docMk/>
            <pc:sldMk cId="1623008006" sldId="2147474872"/>
            <ac:spMk id="45" creationId="{74C896A8-9233-59D4-E72C-BC40DB06E25D}"/>
          </ac:spMkLst>
        </pc:spChg>
        <pc:spChg chg="mod">
          <ac:chgData name="Mide Popoola" userId="752dd2f6-c152-4ddd-b936-c686ec2ec949" providerId="ADAL" clId="{B75D7FA3-40DF-4535-B00B-E1D1EBC8E741}" dt="2026-05-31T23:38:22.172" v="1040" actId="1036"/>
          <ac:spMkLst>
            <pc:docMk/>
            <pc:sldMk cId="1623008006" sldId="2147474872"/>
            <ac:spMk id="46" creationId="{E01A56A0-5BCB-E542-445B-372FD1392A74}"/>
          </ac:spMkLst>
        </pc:spChg>
        <pc:spChg chg="mod">
          <ac:chgData name="Mide Popoola" userId="752dd2f6-c152-4ddd-b936-c686ec2ec949" providerId="ADAL" clId="{B75D7FA3-40DF-4535-B00B-E1D1EBC8E741}" dt="2026-05-31T23:38:22.172" v="1040" actId="1036"/>
          <ac:spMkLst>
            <pc:docMk/>
            <pc:sldMk cId="1623008006" sldId="2147474872"/>
            <ac:spMk id="47" creationId="{BA9152CC-8390-4B3F-3E19-1A29EE87D33D}"/>
          </ac:spMkLst>
        </pc:spChg>
        <pc:spChg chg="mod">
          <ac:chgData name="Mide Popoola" userId="752dd2f6-c152-4ddd-b936-c686ec2ec949" providerId="ADAL" clId="{B75D7FA3-40DF-4535-B00B-E1D1EBC8E741}" dt="2026-05-31T23:38:22.172" v="1040" actId="1036"/>
          <ac:spMkLst>
            <pc:docMk/>
            <pc:sldMk cId="1623008006" sldId="2147474872"/>
            <ac:spMk id="48" creationId="{6F8856C4-3887-C84E-1AA0-5587C9962774}"/>
          </ac:spMkLst>
        </pc:spChg>
        <pc:spChg chg="mod">
          <ac:chgData name="Mide Popoola" userId="752dd2f6-c152-4ddd-b936-c686ec2ec949" providerId="ADAL" clId="{B75D7FA3-40DF-4535-B00B-E1D1EBC8E741}" dt="2026-05-31T23:38:22.172" v="1040" actId="1036"/>
          <ac:spMkLst>
            <pc:docMk/>
            <pc:sldMk cId="1623008006" sldId="2147474872"/>
            <ac:spMk id="49" creationId="{373BA73E-AE8C-98A4-FE20-67FF54BA9D37}"/>
          </ac:spMkLst>
        </pc:spChg>
        <pc:spChg chg="mod">
          <ac:chgData name="Mide Popoola" userId="752dd2f6-c152-4ddd-b936-c686ec2ec949" providerId="ADAL" clId="{B75D7FA3-40DF-4535-B00B-E1D1EBC8E741}" dt="2026-05-31T23:38:22.172" v="1040" actId="1036"/>
          <ac:spMkLst>
            <pc:docMk/>
            <pc:sldMk cId="1623008006" sldId="2147474872"/>
            <ac:spMk id="50" creationId="{05B71465-EEFB-8226-6CCC-67EDDFCE4B62}"/>
          </ac:spMkLst>
        </pc:spChg>
        <pc:spChg chg="mod">
          <ac:chgData name="Mide Popoola" userId="752dd2f6-c152-4ddd-b936-c686ec2ec949" providerId="ADAL" clId="{B75D7FA3-40DF-4535-B00B-E1D1EBC8E741}" dt="2026-05-31T23:33:13.293" v="790" actId="1076"/>
          <ac:spMkLst>
            <pc:docMk/>
            <pc:sldMk cId="1623008006" sldId="2147474872"/>
            <ac:spMk id="51" creationId="{FBFE1A17-06A5-47E4-CC1A-31DC7191B32A}"/>
          </ac:spMkLst>
        </pc:spChg>
        <pc:spChg chg="add mod">
          <ac:chgData name="Mide Popoola" userId="752dd2f6-c152-4ddd-b936-c686ec2ec949" providerId="ADAL" clId="{B75D7FA3-40DF-4535-B00B-E1D1EBC8E741}" dt="2026-05-31T23:33:13.293" v="790" actId="1076"/>
          <ac:spMkLst>
            <pc:docMk/>
            <pc:sldMk cId="1623008006" sldId="2147474872"/>
            <ac:spMk id="52" creationId="{86BA82C4-A221-55A6-94C9-943CB62475C5}"/>
          </ac:spMkLst>
        </pc:spChg>
        <pc:spChg chg="mod">
          <ac:chgData name="Mide Popoola" userId="752dd2f6-c152-4ddd-b936-c686ec2ec949" providerId="ADAL" clId="{B75D7FA3-40DF-4535-B00B-E1D1EBC8E741}" dt="2026-05-31T23:33:13.293" v="790" actId="1076"/>
          <ac:spMkLst>
            <pc:docMk/>
            <pc:sldMk cId="1623008006" sldId="2147474872"/>
            <ac:spMk id="53" creationId="{59F5A954-8B8D-88E5-74CB-84F8EE858F12}"/>
          </ac:spMkLst>
        </pc:spChg>
        <pc:spChg chg="mod">
          <ac:chgData name="Mide Popoola" userId="752dd2f6-c152-4ddd-b936-c686ec2ec949" providerId="ADAL" clId="{B75D7FA3-40DF-4535-B00B-E1D1EBC8E741}" dt="2026-05-31T23:33:32.468" v="793" actId="1076"/>
          <ac:spMkLst>
            <pc:docMk/>
            <pc:sldMk cId="1623008006" sldId="2147474872"/>
            <ac:spMk id="54" creationId="{82EFE50F-DB82-7CAF-B8A7-CF291005F68B}"/>
          </ac:spMkLst>
        </pc:spChg>
        <pc:spChg chg="mod">
          <ac:chgData name="Mide Popoola" userId="752dd2f6-c152-4ddd-b936-c686ec2ec949" providerId="ADAL" clId="{B75D7FA3-40DF-4535-B00B-E1D1EBC8E741}" dt="2026-05-31T23:33:32.468" v="793" actId="1076"/>
          <ac:spMkLst>
            <pc:docMk/>
            <pc:sldMk cId="1623008006" sldId="2147474872"/>
            <ac:spMk id="55" creationId="{2F574B13-FA08-E82A-BF02-E2E1CA66F48F}"/>
          </ac:spMkLst>
        </pc:spChg>
        <pc:spChg chg="mod">
          <ac:chgData name="Mide Popoola" userId="752dd2f6-c152-4ddd-b936-c686ec2ec949" providerId="ADAL" clId="{B75D7FA3-40DF-4535-B00B-E1D1EBC8E741}" dt="2026-05-31T23:33:32.468" v="793" actId="1076"/>
          <ac:spMkLst>
            <pc:docMk/>
            <pc:sldMk cId="1623008006" sldId="2147474872"/>
            <ac:spMk id="56" creationId="{46C2DDD4-11AE-C6FE-4501-36ED7F167824}"/>
          </ac:spMkLst>
        </pc:spChg>
        <pc:spChg chg="add mod">
          <ac:chgData name="Mide Popoola" userId="752dd2f6-c152-4ddd-b936-c686ec2ec949" providerId="ADAL" clId="{B75D7FA3-40DF-4535-B00B-E1D1EBC8E741}" dt="2026-05-31T23:33:32.468" v="793" actId="1076"/>
          <ac:spMkLst>
            <pc:docMk/>
            <pc:sldMk cId="1623008006" sldId="2147474872"/>
            <ac:spMk id="57" creationId="{BDB92E6A-A905-05C0-7585-E9941F558F0F}"/>
          </ac:spMkLst>
        </pc:spChg>
        <pc:spChg chg="mod">
          <ac:chgData name="Mide Popoola" userId="752dd2f6-c152-4ddd-b936-c686ec2ec949" providerId="ADAL" clId="{B75D7FA3-40DF-4535-B00B-E1D1EBC8E741}" dt="2026-05-31T23:33:32.468" v="793" actId="1076"/>
          <ac:spMkLst>
            <pc:docMk/>
            <pc:sldMk cId="1623008006" sldId="2147474872"/>
            <ac:spMk id="58" creationId="{EEE782DA-64CA-6B12-676C-FCBE8CFA2FE9}"/>
          </ac:spMkLst>
        </pc:spChg>
        <pc:spChg chg="mod">
          <ac:chgData name="Mide Popoola" userId="752dd2f6-c152-4ddd-b936-c686ec2ec949" providerId="ADAL" clId="{B75D7FA3-40DF-4535-B00B-E1D1EBC8E741}" dt="2026-05-31T23:33:32.468" v="793" actId="1076"/>
          <ac:spMkLst>
            <pc:docMk/>
            <pc:sldMk cId="1623008006" sldId="2147474872"/>
            <ac:spMk id="59" creationId="{6154B8C5-14FF-BC49-7F01-8D25FD69545D}"/>
          </ac:spMkLst>
        </pc:spChg>
        <pc:spChg chg="add mod">
          <ac:chgData name="Mide Popoola" userId="752dd2f6-c152-4ddd-b936-c686ec2ec949" providerId="ADAL" clId="{B75D7FA3-40DF-4535-B00B-E1D1EBC8E741}" dt="2026-05-31T23:30:42.697" v="772"/>
          <ac:spMkLst>
            <pc:docMk/>
            <pc:sldMk cId="1623008006" sldId="2147474872"/>
            <ac:spMk id="68" creationId="{0A8E404F-4E35-FBBD-6095-D55E68B067AF}"/>
          </ac:spMkLst>
        </pc:spChg>
        <pc:spChg chg="add mod">
          <ac:chgData name="Mide Popoola" userId="752dd2f6-c152-4ddd-b936-c686ec2ec949" providerId="ADAL" clId="{B75D7FA3-40DF-4535-B00B-E1D1EBC8E741}" dt="2026-05-31T23:33:45.748" v="818" actId="1035"/>
          <ac:spMkLst>
            <pc:docMk/>
            <pc:sldMk cId="1623008006" sldId="2147474872"/>
            <ac:spMk id="74" creationId="{64D8BE2B-6119-CB9D-F3C3-17A4BCF23232}"/>
          </ac:spMkLst>
        </pc:spChg>
        <pc:spChg chg="mod">
          <ac:chgData name="Mide Popoola" userId="752dd2f6-c152-4ddd-b936-c686ec2ec949" providerId="ADAL" clId="{B75D7FA3-40DF-4535-B00B-E1D1EBC8E741}" dt="2026-05-31T23:29:40.299" v="715" actId="20577"/>
          <ac:spMkLst>
            <pc:docMk/>
            <pc:sldMk cId="1623008006" sldId="2147474872"/>
            <ac:spMk id="76" creationId="{B329DD36-C4EB-AB66-CA53-D9B0FB633E48}"/>
          </ac:spMkLst>
        </pc:spChg>
        <pc:spChg chg="mod">
          <ac:chgData name="Mide Popoola" userId="752dd2f6-c152-4ddd-b936-c686ec2ec949" providerId="ADAL" clId="{B75D7FA3-40DF-4535-B00B-E1D1EBC8E741}" dt="2026-05-31T23:33:45.748" v="818" actId="1035"/>
          <ac:spMkLst>
            <pc:docMk/>
            <pc:sldMk cId="1623008006" sldId="2147474872"/>
            <ac:spMk id="78" creationId="{6C64D73B-1609-0659-C8EA-3C1E0F3C80AE}"/>
          </ac:spMkLst>
        </pc:spChg>
        <pc:spChg chg="del">
          <ac:chgData name="Mide Popoola" userId="752dd2f6-c152-4ddd-b936-c686ec2ec949" providerId="ADAL" clId="{B75D7FA3-40DF-4535-B00B-E1D1EBC8E741}" dt="2026-05-31T23:29:11.411" v="671" actId="478"/>
          <ac:spMkLst>
            <pc:docMk/>
            <pc:sldMk cId="1623008006" sldId="2147474872"/>
            <ac:spMk id="79" creationId="{81F9C423-2095-795E-00D6-3D55CE319AFE}"/>
          </ac:spMkLst>
        </pc:spChg>
        <pc:spChg chg="del">
          <ac:chgData name="Mide Popoola" userId="752dd2f6-c152-4ddd-b936-c686ec2ec949" providerId="ADAL" clId="{B75D7FA3-40DF-4535-B00B-E1D1EBC8E741}" dt="2026-05-31T23:29:11.411" v="671" actId="478"/>
          <ac:spMkLst>
            <pc:docMk/>
            <pc:sldMk cId="1623008006" sldId="2147474872"/>
            <ac:spMk id="85" creationId="{8C5A5D5B-D602-E05A-9B37-8504D1C6A889}"/>
          </ac:spMkLst>
        </pc:spChg>
        <pc:spChg chg="del">
          <ac:chgData name="Mide Popoola" userId="752dd2f6-c152-4ddd-b936-c686ec2ec949" providerId="ADAL" clId="{B75D7FA3-40DF-4535-B00B-E1D1EBC8E741}" dt="2026-05-31T23:29:11.411" v="671" actId="478"/>
          <ac:spMkLst>
            <pc:docMk/>
            <pc:sldMk cId="1623008006" sldId="2147474872"/>
            <ac:spMk id="100" creationId="{669990A3-AEDE-7B65-800D-E7E89A05A633}"/>
          </ac:spMkLst>
        </pc:spChg>
        <pc:spChg chg="del">
          <ac:chgData name="Mide Popoola" userId="752dd2f6-c152-4ddd-b936-c686ec2ec949" providerId="ADAL" clId="{B75D7FA3-40DF-4535-B00B-E1D1EBC8E741}" dt="2026-05-31T23:29:11.411" v="671" actId="478"/>
          <ac:spMkLst>
            <pc:docMk/>
            <pc:sldMk cId="1623008006" sldId="2147474872"/>
            <ac:spMk id="102" creationId="{B7CDBF13-B4AB-86B8-976D-C52D69C708E5}"/>
          </ac:spMkLst>
        </pc:spChg>
        <pc:spChg chg="del">
          <ac:chgData name="Mide Popoola" userId="752dd2f6-c152-4ddd-b936-c686ec2ec949" providerId="ADAL" clId="{B75D7FA3-40DF-4535-B00B-E1D1EBC8E741}" dt="2026-05-31T23:29:11.411" v="671" actId="478"/>
          <ac:spMkLst>
            <pc:docMk/>
            <pc:sldMk cId="1623008006" sldId="2147474872"/>
            <ac:spMk id="105" creationId="{E0DC105B-30FB-900A-5BB4-27CD0F6366C7}"/>
          </ac:spMkLst>
        </pc:spChg>
        <pc:spChg chg="del">
          <ac:chgData name="Mide Popoola" userId="752dd2f6-c152-4ddd-b936-c686ec2ec949" providerId="ADAL" clId="{B75D7FA3-40DF-4535-B00B-E1D1EBC8E741}" dt="2026-05-31T23:29:11.411" v="671" actId="478"/>
          <ac:spMkLst>
            <pc:docMk/>
            <pc:sldMk cId="1623008006" sldId="2147474872"/>
            <ac:spMk id="107" creationId="{C509C09C-A2F7-1DCD-0E5E-D065DC96FAF7}"/>
          </ac:spMkLst>
        </pc:spChg>
        <pc:spChg chg="del">
          <ac:chgData name="Mide Popoola" userId="752dd2f6-c152-4ddd-b936-c686ec2ec949" providerId="ADAL" clId="{B75D7FA3-40DF-4535-B00B-E1D1EBC8E741}" dt="2026-05-31T23:29:11.411" v="671" actId="478"/>
          <ac:spMkLst>
            <pc:docMk/>
            <pc:sldMk cId="1623008006" sldId="2147474872"/>
            <ac:spMk id="108" creationId="{7DFE8604-1D66-0C65-E2D5-D8D6DD4CCB89}"/>
          </ac:spMkLst>
        </pc:spChg>
        <pc:spChg chg="del">
          <ac:chgData name="Mide Popoola" userId="752dd2f6-c152-4ddd-b936-c686ec2ec949" providerId="ADAL" clId="{B75D7FA3-40DF-4535-B00B-E1D1EBC8E741}" dt="2026-05-31T23:29:11.411" v="671" actId="478"/>
          <ac:spMkLst>
            <pc:docMk/>
            <pc:sldMk cId="1623008006" sldId="2147474872"/>
            <ac:spMk id="120" creationId="{17075FFA-C16D-1D40-1E57-A598C430FD0B}"/>
          </ac:spMkLst>
        </pc:spChg>
        <pc:spChg chg="mod">
          <ac:chgData name="Mide Popoola" userId="752dd2f6-c152-4ddd-b936-c686ec2ec949" providerId="ADAL" clId="{B75D7FA3-40DF-4535-B00B-E1D1EBC8E741}" dt="2026-05-31T23:30:52.136" v="774" actId="1076"/>
          <ac:spMkLst>
            <pc:docMk/>
            <pc:sldMk cId="1623008006" sldId="2147474872"/>
            <ac:spMk id="123" creationId="{CDEEEA22-933B-98EF-A14A-306E85543CA2}"/>
          </ac:spMkLst>
        </pc:spChg>
        <pc:spChg chg="del">
          <ac:chgData name="Mide Popoola" userId="752dd2f6-c152-4ddd-b936-c686ec2ec949" providerId="ADAL" clId="{B75D7FA3-40DF-4535-B00B-E1D1EBC8E741}" dt="2026-05-31T23:29:11.411" v="671" actId="478"/>
          <ac:spMkLst>
            <pc:docMk/>
            <pc:sldMk cId="1623008006" sldId="2147474872"/>
            <ac:spMk id="125" creationId="{5EE16A9B-1660-F095-B68B-44C140B10E6E}"/>
          </ac:spMkLst>
        </pc:spChg>
        <pc:spChg chg="mod">
          <ac:chgData name="Mide Popoola" userId="752dd2f6-c152-4ddd-b936-c686ec2ec949" providerId="ADAL" clId="{B75D7FA3-40DF-4535-B00B-E1D1EBC8E741}" dt="2026-05-31T23:37:25.883" v="1009" actId="1035"/>
          <ac:spMkLst>
            <pc:docMk/>
            <pc:sldMk cId="1623008006" sldId="2147474872"/>
            <ac:spMk id="129" creationId="{EA601EA6-C3A5-BF6D-B8A6-57EA40F266CA}"/>
          </ac:spMkLst>
        </pc:spChg>
        <pc:spChg chg="mod">
          <ac:chgData name="Mide Popoola" userId="752dd2f6-c152-4ddd-b936-c686ec2ec949" providerId="ADAL" clId="{B75D7FA3-40DF-4535-B00B-E1D1EBC8E741}" dt="2026-05-31T23:37:25.883" v="1009" actId="1035"/>
          <ac:spMkLst>
            <pc:docMk/>
            <pc:sldMk cId="1623008006" sldId="2147474872"/>
            <ac:spMk id="130" creationId="{0BA959AF-6596-BAA4-A33F-DF05BEBF9444}"/>
          </ac:spMkLst>
        </pc:spChg>
        <pc:spChg chg="mod">
          <ac:chgData name="Mide Popoola" userId="752dd2f6-c152-4ddd-b936-c686ec2ec949" providerId="ADAL" clId="{B75D7FA3-40DF-4535-B00B-E1D1EBC8E741}" dt="2026-05-31T23:37:25.883" v="1009" actId="1035"/>
          <ac:spMkLst>
            <pc:docMk/>
            <pc:sldMk cId="1623008006" sldId="2147474872"/>
            <ac:spMk id="131" creationId="{B6C9C520-5A26-8C16-BA34-5DEAF3B7D1FF}"/>
          </ac:spMkLst>
        </pc:spChg>
        <pc:spChg chg="mod">
          <ac:chgData name="Mide Popoola" userId="752dd2f6-c152-4ddd-b936-c686ec2ec949" providerId="ADAL" clId="{B75D7FA3-40DF-4535-B00B-E1D1EBC8E741}" dt="2026-05-31T23:37:25.883" v="1009" actId="1035"/>
          <ac:spMkLst>
            <pc:docMk/>
            <pc:sldMk cId="1623008006" sldId="2147474872"/>
            <ac:spMk id="132" creationId="{BB9EBE31-693A-D75F-6F9F-CCE578E555A9}"/>
          </ac:spMkLst>
        </pc:spChg>
        <pc:spChg chg="mod">
          <ac:chgData name="Mide Popoola" userId="752dd2f6-c152-4ddd-b936-c686ec2ec949" providerId="ADAL" clId="{B75D7FA3-40DF-4535-B00B-E1D1EBC8E741}" dt="2026-05-31T23:37:25.883" v="1009" actId="1035"/>
          <ac:spMkLst>
            <pc:docMk/>
            <pc:sldMk cId="1623008006" sldId="2147474872"/>
            <ac:spMk id="133" creationId="{C2069C5A-EAAA-3995-4798-B664E18014A7}"/>
          </ac:spMkLst>
        </pc:spChg>
        <pc:spChg chg="mod">
          <ac:chgData name="Mide Popoola" userId="752dd2f6-c152-4ddd-b936-c686ec2ec949" providerId="ADAL" clId="{B75D7FA3-40DF-4535-B00B-E1D1EBC8E741}" dt="2026-05-31T23:37:25.883" v="1009" actId="1035"/>
          <ac:spMkLst>
            <pc:docMk/>
            <pc:sldMk cId="1623008006" sldId="2147474872"/>
            <ac:spMk id="134" creationId="{1B478816-2C64-832A-7184-4F0A2893B08F}"/>
          </ac:spMkLst>
        </pc:spChg>
        <pc:spChg chg="mod">
          <ac:chgData name="Mide Popoola" userId="752dd2f6-c152-4ddd-b936-c686ec2ec949" providerId="ADAL" clId="{B75D7FA3-40DF-4535-B00B-E1D1EBC8E741}" dt="2026-05-31T23:37:25.883" v="1009" actId="1035"/>
          <ac:spMkLst>
            <pc:docMk/>
            <pc:sldMk cId="1623008006" sldId="2147474872"/>
            <ac:spMk id="135" creationId="{9C9E67D5-4CC0-F2FE-E8E3-90505E95A8CD}"/>
          </ac:spMkLst>
        </pc:spChg>
        <pc:spChg chg="mod">
          <ac:chgData name="Mide Popoola" userId="752dd2f6-c152-4ddd-b936-c686ec2ec949" providerId="ADAL" clId="{B75D7FA3-40DF-4535-B00B-E1D1EBC8E741}" dt="2026-05-31T23:37:04.285" v="998" actId="1035"/>
          <ac:spMkLst>
            <pc:docMk/>
            <pc:sldMk cId="1623008006" sldId="2147474872"/>
            <ac:spMk id="136" creationId="{020630C9-EB68-69C7-EC51-6DBB6051AF70}"/>
          </ac:spMkLst>
        </pc:spChg>
        <pc:spChg chg="mod">
          <ac:chgData name="Mide Popoola" userId="752dd2f6-c152-4ddd-b936-c686ec2ec949" providerId="ADAL" clId="{B75D7FA3-40DF-4535-B00B-E1D1EBC8E741}" dt="2026-05-31T23:37:04.285" v="998" actId="1035"/>
          <ac:spMkLst>
            <pc:docMk/>
            <pc:sldMk cId="1623008006" sldId="2147474872"/>
            <ac:spMk id="137" creationId="{0EC67E22-06CA-9106-DA76-1B23D0E47BA1}"/>
          </ac:spMkLst>
        </pc:spChg>
        <pc:spChg chg="mod">
          <ac:chgData name="Mide Popoola" userId="752dd2f6-c152-4ddd-b936-c686ec2ec949" providerId="ADAL" clId="{B75D7FA3-40DF-4535-B00B-E1D1EBC8E741}" dt="2026-05-31T23:37:04.285" v="998" actId="1035"/>
          <ac:spMkLst>
            <pc:docMk/>
            <pc:sldMk cId="1623008006" sldId="2147474872"/>
            <ac:spMk id="138" creationId="{30966395-3A1B-33B3-DBDC-A02EBC906B93}"/>
          </ac:spMkLst>
        </pc:spChg>
        <pc:spChg chg="mod">
          <ac:chgData name="Mide Popoola" userId="752dd2f6-c152-4ddd-b936-c686ec2ec949" providerId="ADAL" clId="{B75D7FA3-40DF-4535-B00B-E1D1EBC8E741}" dt="2026-05-31T23:37:04.285" v="998" actId="1035"/>
          <ac:spMkLst>
            <pc:docMk/>
            <pc:sldMk cId="1623008006" sldId="2147474872"/>
            <ac:spMk id="139" creationId="{0747C718-9B52-119A-1036-7CFFA305DD41}"/>
          </ac:spMkLst>
        </pc:spChg>
        <pc:spChg chg="mod">
          <ac:chgData name="Mide Popoola" userId="752dd2f6-c152-4ddd-b936-c686ec2ec949" providerId="ADAL" clId="{B75D7FA3-40DF-4535-B00B-E1D1EBC8E741}" dt="2026-05-31T23:37:04.285" v="998" actId="1035"/>
          <ac:spMkLst>
            <pc:docMk/>
            <pc:sldMk cId="1623008006" sldId="2147474872"/>
            <ac:spMk id="140" creationId="{48BD7B98-7E51-1C8C-50D1-D4C988DB89DD}"/>
          </ac:spMkLst>
        </pc:spChg>
        <pc:spChg chg="add mod">
          <ac:chgData name="Mide Popoola" userId="752dd2f6-c152-4ddd-b936-c686ec2ec949" providerId="ADAL" clId="{B75D7FA3-40DF-4535-B00B-E1D1EBC8E741}" dt="2026-05-31T23:37:04.285" v="998" actId="1035"/>
          <ac:spMkLst>
            <pc:docMk/>
            <pc:sldMk cId="1623008006" sldId="2147474872"/>
            <ac:spMk id="141" creationId="{D5CF9A04-9E5E-828A-76EA-7AC367A6D338}"/>
          </ac:spMkLst>
        </pc:spChg>
        <pc:spChg chg="mod">
          <ac:chgData name="Mide Popoola" userId="752dd2f6-c152-4ddd-b936-c686ec2ec949" providerId="ADAL" clId="{B75D7FA3-40DF-4535-B00B-E1D1EBC8E741}" dt="2026-05-31T23:37:04.285" v="998" actId="1035"/>
          <ac:spMkLst>
            <pc:docMk/>
            <pc:sldMk cId="1623008006" sldId="2147474872"/>
            <ac:spMk id="142" creationId="{AD41355F-61FC-9A61-15D1-D7737AC90142}"/>
          </ac:spMkLst>
        </pc:spChg>
        <pc:spChg chg="mod">
          <ac:chgData name="Mide Popoola" userId="752dd2f6-c152-4ddd-b936-c686ec2ec949" providerId="ADAL" clId="{B75D7FA3-40DF-4535-B00B-E1D1EBC8E741}" dt="2026-05-31T23:36:46.797" v="981" actId="1036"/>
          <ac:spMkLst>
            <pc:docMk/>
            <pc:sldMk cId="1623008006" sldId="2147474872"/>
            <ac:spMk id="143" creationId="{9B386E4C-94F0-34AE-17D9-EF8188F6631D}"/>
          </ac:spMkLst>
        </pc:spChg>
        <pc:spChg chg="mod">
          <ac:chgData name="Mide Popoola" userId="752dd2f6-c152-4ddd-b936-c686ec2ec949" providerId="ADAL" clId="{B75D7FA3-40DF-4535-B00B-E1D1EBC8E741}" dt="2026-05-31T23:36:46.797" v="981" actId="1036"/>
          <ac:spMkLst>
            <pc:docMk/>
            <pc:sldMk cId="1623008006" sldId="2147474872"/>
            <ac:spMk id="144" creationId="{59E2EB51-06F4-55BE-823A-4E5A6CF4CE70}"/>
          </ac:spMkLst>
        </pc:spChg>
        <pc:spChg chg="mod">
          <ac:chgData name="Mide Popoola" userId="752dd2f6-c152-4ddd-b936-c686ec2ec949" providerId="ADAL" clId="{B75D7FA3-40DF-4535-B00B-E1D1EBC8E741}" dt="2026-05-31T23:36:46.797" v="981" actId="1036"/>
          <ac:spMkLst>
            <pc:docMk/>
            <pc:sldMk cId="1623008006" sldId="2147474872"/>
            <ac:spMk id="145" creationId="{DC84F424-26A5-8C05-5BA6-8D34ACC1713D}"/>
          </ac:spMkLst>
        </pc:spChg>
        <pc:spChg chg="add mod">
          <ac:chgData name="Mide Popoola" userId="752dd2f6-c152-4ddd-b936-c686ec2ec949" providerId="ADAL" clId="{B75D7FA3-40DF-4535-B00B-E1D1EBC8E741}" dt="2026-05-31T23:36:46.797" v="981" actId="1036"/>
          <ac:spMkLst>
            <pc:docMk/>
            <pc:sldMk cId="1623008006" sldId="2147474872"/>
            <ac:spMk id="146" creationId="{F11F871B-86C8-9801-199E-6B14AE273F64}"/>
          </ac:spMkLst>
        </pc:spChg>
        <pc:spChg chg="mod">
          <ac:chgData name="Mide Popoola" userId="752dd2f6-c152-4ddd-b936-c686ec2ec949" providerId="ADAL" clId="{B75D7FA3-40DF-4535-B00B-E1D1EBC8E741}" dt="2026-05-31T23:36:46.797" v="981" actId="1036"/>
          <ac:spMkLst>
            <pc:docMk/>
            <pc:sldMk cId="1623008006" sldId="2147474872"/>
            <ac:spMk id="147" creationId="{0FF66A9A-FE1B-D690-4DCC-54AB5FEDA432}"/>
          </ac:spMkLst>
        </pc:spChg>
        <pc:spChg chg="mod">
          <ac:chgData name="Mide Popoola" userId="752dd2f6-c152-4ddd-b936-c686ec2ec949" providerId="ADAL" clId="{B75D7FA3-40DF-4535-B00B-E1D1EBC8E741}" dt="2026-05-31T23:36:46.797" v="981" actId="1036"/>
          <ac:spMkLst>
            <pc:docMk/>
            <pc:sldMk cId="1623008006" sldId="2147474872"/>
            <ac:spMk id="148" creationId="{9C013450-9013-31F5-2066-E0D1DC6B634E}"/>
          </ac:spMkLst>
        </pc:spChg>
        <pc:spChg chg="mod">
          <ac:chgData name="Mide Popoola" userId="752dd2f6-c152-4ddd-b936-c686ec2ec949" providerId="ADAL" clId="{B75D7FA3-40DF-4535-B00B-E1D1EBC8E741}" dt="2026-05-31T23:36:46.797" v="981" actId="1036"/>
          <ac:spMkLst>
            <pc:docMk/>
            <pc:sldMk cId="1623008006" sldId="2147474872"/>
            <ac:spMk id="149" creationId="{F542A388-7781-8736-0B88-E3F424EE39AB}"/>
          </ac:spMkLst>
        </pc:spChg>
        <pc:spChg chg="mod">
          <ac:chgData name="Mide Popoola" userId="752dd2f6-c152-4ddd-b936-c686ec2ec949" providerId="ADAL" clId="{B75D7FA3-40DF-4535-B00B-E1D1EBC8E741}" dt="2026-05-31T23:36:16.141" v="967" actId="1036"/>
          <ac:spMkLst>
            <pc:docMk/>
            <pc:sldMk cId="1623008006" sldId="2147474872"/>
            <ac:spMk id="150" creationId="{0E5EB9A3-E2A2-321B-A0CB-D37F5429EF96}"/>
          </ac:spMkLst>
        </pc:spChg>
        <pc:spChg chg="mod">
          <ac:chgData name="Mide Popoola" userId="752dd2f6-c152-4ddd-b936-c686ec2ec949" providerId="ADAL" clId="{B75D7FA3-40DF-4535-B00B-E1D1EBC8E741}" dt="2026-05-31T23:36:16.141" v="967" actId="1036"/>
          <ac:spMkLst>
            <pc:docMk/>
            <pc:sldMk cId="1623008006" sldId="2147474872"/>
            <ac:spMk id="151" creationId="{7D6C338B-ADB6-067F-B5C8-76ACEAE2D561}"/>
          </ac:spMkLst>
        </pc:spChg>
        <pc:spChg chg="mod">
          <ac:chgData name="Mide Popoola" userId="752dd2f6-c152-4ddd-b936-c686ec2ec949" providerId="ADAL" clId="{B75D7FA3-40DF-4535-B00B-E1D1EBC8E741}" dt="2026-05-31T23:36:16.141" v="967" actId="1036"/>
          <ac:spMkLst>
            <pc:docMk/>
            <pc:sldMk cId="1623008006" sldId="2147474872"/>
            <ac:spMk id="152" creationId="{44E6BE3E-359F-78D2-22EF-8E84F3AAE4F0}"/>
          </ac:spMkLst>
        </pc:spChg>
        <pc:spChg chg="mod">
          <ac:chgData name="Mide Popoola" userId="752dd2f6-c152-4ddd-b936-c686ec2ec949" providerId="ADAL" clId="{B75D7FA3-40DF-4535-B00B-E1D1EBC8E741}" dt="2026-05-31T23:36:16.141" v="967" actId="1036"/>
          <ac:spMkLst>
            <pc:docMk/>
            <pc:sldMk cId="1623008006" sldId="2147474872"/>
            <ac:spMk id="153" creationId="{9CD6A911-D9D9-296F-F3F5-97D192D0BA0A}"/>
          </ac:spMkLst>
        </pc:spChg>
        <pc:spChg chg="mod">
          <ac:chgData name="Mide Popoola" userId="752dd2f6-c152-4ddd-b936-c686ec2ec949" providerId="ADAL" clId="{B75D7FA3-40DF-4535-B00B-E1D1EBC8E741}" dt="2026-05-31T23:36:16.141" v="967" actId="1036"/>
          <ac:spMkLst>
            <pc:docMk/>
            <pc:sldMk cId="1623008006" sldId="2147474872"/>
            <ac:spMk id="154" creationId="{212D7785-29F7-CF3A-44BB-812F02C8DB7F}"/>
          </ac:spMkLst>
        </pc:spChg>
        <pc:spChg chg="mod">
          <ac:chgData name="Mide Popoola" userId="752dd2f6-c152-4ddd-b936-c686ec2ec949" providerId="ADAL" clId="{B75D7FA3-40DF-4535-B00B-E1D1EBC8E741}" dt="2026-05-31T23:36:16.141" v="967" actId="1036"/>
          <ac:spMkLst>
            <pc:docMk/>
            <pc:sldMk cId="1623008006" sldId="2147474872"/>
            <ac:spMk id="155" creationId="{C8EC157C-1067-EFDB-FFEE-CC5F78577CBB}"/>
          </ac:spMkLst>
        </pc:spChg>
        <pc:spChg chg="mod">
          <ac:chgData name="Mide Popoola" userId="752dd2f6-c152-4ddd-b936-c686ec2ec949" providerId="ADAL" clId="{B75D7FA3-40DF-4535-B00B-E1D1EBC8E741}" dt="2026-05-31T23:36:16.141" v="967" actId="1036"/>
          <ac:spMkLst>
            <pc:docMk/>
            <pc:sldMk cId="1623008006" sldId="2147474872"/>
            <ac:spMk id="156" creationId="{769F0FAA-0709-B582-98B5-6B7E00D39285}"/>
          </ac:spMkLst>
        </pc:spChg>
        <pc:spChg chg="mod">
          <ac:chgData name="Mide Popoola" userId="752dd2f6-c152-4ddd-b936-c686ec2ec949" providerId="ADAL" clId="{B75D7FA3-40DF-4535-B00B-E1D1EBC8E741}" dt="2026-05-31T23:35:42.036" v="927" actId="1036"/>
          <ac:spMkLst>
            <pc:docMk/>
            <pc:sldMk cId="1623008006" sldId="2147474872"/>
            <ac:spMk id="157" creationId="{2A01DE26-DD48-7439-E54B-7230DA05338C}"/>
          </ac:spMkLst>
        </pc:spChg>
        <pc:spChg chg="mod">
          <ac:chgData name="Mide Popoola" userId="752dd2f6-c152-4ddd-b936-c686ec2ec949" providerId="ADAL" clId="{B75D7FA3-40DF-4535-B00B-E1D1EBC8E741}" dt="2026-05-31T23:35:42.036" v="927" actId="1036"/>
          <ac:spMkLst>
            <pc:docMk/>
            <pc:sldMk cId="1623008006" sldId="2147474872"/>
            <ac:spMk id="158" creationId="{DDBCA2D5-3AB1-EC54-0F29-050D8D6061A8}"/>
          </ac:spMkLst>
        </pc:spChg>
        <pc:spChg chg="mod">
          <ac:chgData name="Mide Popoola" userId="752dd2f6-c152-4ddd-b936-c686ec2ec949" providerId="ADAL" clId="{B75D7FA3-40DF-4535-B00B-E1D1EBC8E741}" dt="2026-05-31T23:35:42.036" v="927" actId="1036"/>
          <ac:spMkLst>
            <pc:docMk/>
            <pc:sldMk cId="1623008006" sldId="2147474872"/>
            <ac:spMk id="159" creationId="{96D7AB0E-EF09-1C48-593B-0B48CB1BC5A1}"/>
          </ac:spMkLst>
        </pc:spChg>
        <pc:spChg chg="mod">
          <ac:chgData name="Mide Popoola" userId="752dd2f6-c152-4ddd-b936-c686ec2ec949" providerId="ADAL" clId="{B75D7FA3-40DF-4535-B00B-E1D1EBC8E741}" dt="2026-05-31T23:35:42.036" v="927" actId="1036"/>
          <ac:spMkLst>
            <pc:docMk/>
            <pc:sldMk cId="1623008006" sldId="2147474872"/>
            <ac:spMk id="160" creationId="{345B1561-FFD7-06F9-821D-B8A2A09412B8}"/>
          </ac:spMkLst>
        </pc:spChg>
        <pc:spChg chg="mod">
          <ac:chgData name="Mide Popoola" userId="752dd2f6-c152-4ddd-b936-c686ec2ec949" providerId="ADAL" clId="{B75D7FA3-40DF-4535-B00B-E1D1EBC8E741}" dt="2026-05-31T23:35:42.036" v="927" actId="1036"/>
          <ac:spMkLst>
            <pc:docMk/>
            <pc:sldMk cId="1623008006" sldId="2147474872"/>
            <ac:spMk id="161" creationId="{C1E1DB1D-D76F-6888-91A4-D46281A222AB}"/>
          </ac:spMkLst>
        </pc:spChg>
        <pc:spChg chg="mod">
          <ac:chgData name="Mide Popoola" userId="752dd2f6-c152-4ddd-b936-c686ec2ec949" providerId="ADAL" clId="{B75D7FA3-40DF-4535-B00B-E1D1EBC8E741}" dt="2026-05-31T23:35:42.036" v="927" actId="1036"/>
          <ac:spMkLst>
            <pc:docMk/>
            <pc:sldMk cId="1623008006" sldId="2147474872"/>
            <ac:spMk id="162" creationId="{BBAB9AA5-8C8C-9F9A-9678-46748642B0E8}"/>
          </ac:spMkLst>
        </pc:spChg>
        <pc:spChg chg="mod">
          <ac:chgData name="Mide Popoola" userId="752dd2f6-c152-4ddd-b936-c686ec2ec949" providerId="ADAL" clId="{B75D7FA3-40DF-4535-B00B-E1D1EBC8E741}" dt="2026-05-31T23:35:42.036" v="927" actId="1036"/>
          <ac:spMkLst>
            <pc:docMk/>
            <pc:sldMk cId="1623008006" sldId="2147474872"/>
            <ac:spMk id="163" creationId="{221E6A96-B0FB-9B52-28D8-CECB343AA2B6}"/>
          </ac:spMkLst>
        </pc:spChg>
        <pc:spChg chg="mod">
          <ac:chgData name="Mide Popoola" userId="752dd2f6-c152-4ddd-b936-c686ec2ec949" providerId="ADAL" clId="{B75D7FA3-40DF-4535-B00B-E1D1EBC8E741}" dt="2026-05-31T23:35:34.145" v="926" actId="1036"/>
          <ac:spMkLst>
            <pc:docMk/>
            <pc:sldMk cId="1623008006" sldId="2147474872"/>
            <ac:spMk id="164" creationId="{2842DF9A-C947-A753-A9A0-9C20F361D132}"/>
          </ac:spMkLst>
        </pc:spChg>
        <pc:spChg chg="mod">
          <ac:chgData name="Mide Popoola" userId="752dd2f6-c152-4ddd-b936-c686ec2ec949" providerId="ADAL" clId="{B75D7FA3-40DF-4535-B00B-E1D1EBC8E741}" dt="2026-05-31T23:35:34.145" v="926" actId="1036"/>
          <ac:spMkLst>
            <pc:docMk/>
            <pc:sldMk cId="1623008006" sldId="2147474872"/>
            <ac:spMk id="165" creationId="{3DC651E3-A5A4-CEC9-1228-52ED56044DE7}"/>
          </ac:spMkLst>
        </pc:spChg>
        <pc:spChg chg="mod">
          <ac:chgData name="Mide Popoola" userId="752dd2f6-c152-4ddd-b936-c686ec2ec949" providerId="ADAL" clId="{B75D7FA3-40DF-4535-B00B-E1D1EBC8E741}" dt="2026-05-31T23:35:34.145" v="926" actId="1036"/>
          <ac:spMkLst>
            <pc:docMk/>
            <pc:sldMk cId="1623008006" sldId="2147474872"/>
            <ac:spMk id="166" creationId="{462295CC-F4AF-FF6A-77A7-5D2A71F956BE}"/>
          </ac:spMkLst>
        </pc:spChg>
        <pc:spChg chg="mod">
          <ac:chgData name="Mide Popoola" userId="752dd2f6-c152-4ddd-b936-c686ec2ec949" providerId="ADAL" clId="{B75D7FA3-40DF-4535-B00B-E1D1EBC8E741}" dt="2026-05-31T23:35:34.145" v="926" actId="1036"/>
          <ac:spMkLst>
            <pc:docMk/>
            <pc:sldMk cId="1623008006" sldId="2147474872"/>
            <ac:spMk id="167" creationId="{26A5816F-E34B-D33E-FDFD-FEDE0CF96A25}"/>
          </ac:spMkLst>
        </pc:spChg>
        <pc:spChg chg="mod">
          <ac:chgData name="Mide Popoola" userId="752dd2f6-c152-4ddd-b936-c686ec2ec949" providerId="ADAL" clId="{B75D7FA3-40DF-4535-B00B-E1D1EBC8E741}" dt="2026-05-31T23:35:34.145" v="926" actId="1036"/>
          <ac:spMkLst>
            <pc:docMk/>
            <pc:sldMk cId="1623008006" sldId="2147474872"/>
            <ac:spMk id="168" creationId="{D399450D-C868-6155-2783-6469FB4A0862}"/>
          </ac:spMkLst>
        </pc:spChg>
        <pc:spChg chg="mod">
          <ac:chgData name="Mide Popoola" userId="752dd2f6-c152-4ddd-b936-c686ec2ec949" providerId="ADAL" clId="{B75D7FA3-40DF-4535-B00B-E1D1EBC8E741}" dt="2026-05-31T23:35:34.145" v="926" actId="1036"/>
          <ac:spMkLst>
            <pc:docMk/>
            <pc:sldMk cId="1623008006" sldId="2147474872"/>
            <ac:spMk id="169" creationId="{F22A5AAA-A0A5-D2EE-9F28-6288ED49E022}"/>
          </ac:spMkLst>
        </pc:spChg>
        <pc:spChg chg="mod">
          <ac:chgData name="Mide Popoola" userId="752dd2f6-c152-4ddd-b936-c686ec2ec949" providerId="ADAL" clId="{B75D7FA3-40DF-4535-B00B-E1D1EBC8E741}" dt="2026-05-31T23:35:34.145" v="926" actId="1036"/>
          <ac:spMkLst>
            <pc:docMk/>
            <pc:sldMk cId="1623008006" sldId="2147474872"/>
            <ac:spMk id="170" creationId="{515118C8-5780-F3B4-33D7-49AF181B51A1}"/>
          </ac:spMkLst>
        </pc:spChg>
        <pc:spChg chg="mod">
          <ac:chgData name="Mide Popoola" userId="752dd2f6-c152-4ddd-b936-c686ec2ec949" providerId="ADAL" clId="{B75D7FA3-40DF-4535-B00B-E1D1EBC8E741}" dt="2026-05-31T23:35:07.015" v="874" actId="1035"/>
          <ac:spMkLst>
            <pc:docMk/>
            <pc:sldMk cId="1623008006" sldId="2147474872"/>
            <ac:spMk id="171" creationId="{2B74C372-0C99-366E-1089-8ED34803438D}"/>
          </ac:spMkLst>
        </pc:spChg>
        <pc:spChg chg="mod">
          <ac:chgData name="Mide Popoola" userId="752dd2f6-c152-4ddd-b936-c686ec2ec949" providerId="ADAL" clId="{B75D7FA3-40DF-4535-B00B-E1D1EBC8E741}" dt="2026-05-31T23:35:07.015" v="874" actId="1035"/>
          <ac:spMkLst>
            <pc:docMk/>
            <pc:sldMk cId="1623008006" sldId="2147474872"/>
            <ac:spMk id="172" creationId="{2939A1BE-F428-41D3-8145-CB1DD301471D}"/>
          </ac:spMkLst>
        </pc:spChg>
        <pc:spChg chg="mod">
          <ac:chgData name="Mide Popoola" userId="752dd2f6-c152-4ddd-b936-c686ec2ec949" providerId="ADAL" clId="{B75D7FA3-40DF-4535-B00B-E1D1EBC8E741}" dt="2026-05-31T23:35:07.015" v="874" actId="1035"/>
          <ac:spMkLst>
            <pc:docMk/>
            <pc:sldMk cId="1623008006" sldId="2147474872"/>
            <ac:spMk id="173" creationId="{08F84AD2-CF7F-CCC8-F3DA-CB8C69608CCE}"/>
          </ac:spMkLst>
        </pc:spChg>
        <pc:spChg chg="mod">
          <ac:chgData name="Mide Popoola" userId="752dd2f6-c152-4ddd-b936-c686ec2ec949" providerId="ADAL" clId="{B75D7FA3-40DF-4535-B00B-E1D1EBC8E741}" dt="2026-05-31T23:35:07.015" v="874" actId="1035"/>
          <ac:spMkLst>
            <pc:docMk/>
            <pc:sldMk cId="1623008006" sldId="2147474872"/>
            <ac:spMk id="174" creationId="{66A8EFC0-63CC-CB24-8485-340B2B522B98}"/>
          </ac:spMkLst>
        </pc:spChg>
        <pc:spChg chg="mod">
          <ac:chgData name="Mide Popoola" userId="752dd2f6-c152-4ddd-b936-c686ec2ec949" providerId="ADAL" clId="{B75D7FA3-40DF-4535-B00B-E1D1EBC8E741}" dt="2026-05-31T23:35:07.015" v="874" actId="1035"/>
          <ac:spMkLst>
            <pc:docMk/>
            <pc:sldMk cId="1623008006" sldId="2147474872"/>
            <ac:spMk id="175" creationId="{2065B84A-E3A6-DA6C-090B-80622082BEBF}"/>
          </ac:spMkLst>
        </pc:spChg>
        <pc:spChg chg="mod">
          <ac:chgData name="Mide Popoola" userId="752dd2f6-c152-4ddd-b936-c686ec2ec949" providerId="ADAL" clId="{B75D7FA3-40DF-4535-B00B-E1D1EBC8E741}" dt="2026-05-31T23:35:07.015" v="874" actId="1035"/>
          <ac:spMkLst>
            <pc:docMk/>
            <pc:sldMk cId="1623008006" sldId="2147474872"/>
            <ac:spMk id="176" creationId="{B4194DF3-817C-8A84-4D67-24826552116A}"/>
          </ac:spMkLst>
        </pc:spChg>
        <pc:spChg chg="del mod">
          <ac:chgData name="Mide Popoola" userId="752dd2f6-c152-4ddd-b936-c686ec2ec949" providerId="ADAL" clId="{B75D7FA3-40DF-4535-B00B-E1D1EBC8E741}" dt="2026-05-31T23:34:58.722" v="837" actId="478"/>
          <ac:spMkLst>
            <pc:docMk/>
            <pc:sldMk cId="1623008006" sldId="2147474872"/>
            <ac:spMk id="177" creationId="{6E258A36-15CD-A2CA-FA12-A19720BAA1B8}"/>
          </ac:spMkLst>
        </pc:spChg>
        <pc:spChg chg="del mod">
          <ac:chgData name="Mide Popoola" userId="752dd2f6-c152-4ddd-b936-c686ec2ec949" providerId="ADAL" clId="{B75D7FA3-40DF-4535-B00B-E1D1EBC8E741}" dt="2026-05-31T23:34:55.740" v="836" actId="478"/>
          <ac:spMkLst>
            <pc:docMk/>
            <pc:sldMk cId="1623008006" sldId="2147474872"/>
            <ac:spMk id="178" creationId="{720FB09C-C018-0469-1F46-728A2DA378D2}"/>
          </ac:spMkLst>
        </pc:spChg>
        <pc:spChg chg="del">
          <ac:chgData name="Mide Popoola" userId="752dd2f6-c152-4ddd-b936-c686ec2ec949" providerId="ADAL" clId="{B75D7FA3-40DF-4535-B00B-E1D1EBC8E741}" dt="2026-05-31T23:34:55.740" v="836" actId="478"/>
          <ac:spMkLst>
            <pc:docMk/>
            <pc:sldMk cId="1623008006" sldId="2147474872"/>
            <ac:spMk id="179" creationId="{A7F7E066-235E-AFF4-DB7D-78AAA0A58BD4}"/>
          </ac:spMkLst>
        </pc:spChg>
        <pc:spChg chg="del">
          <ac:chgData name="Mide Popoola" userId="752dd2f6-c152-4ddd-b936-c686ec2ec949" providerId="ADAL" clId="{B75D7FA3-40DF-4535-B00B-E1D1EBC8E741}" dt="2026-05-31T23:34:55.740" v="836" actId="478"/>
          <ac:spMkLst>
            <pc:docMk/>
            <pc:sldMk cId="1623008006" sldId="2147474872"/>
            <ac:spMk id="180" creationId="{DCD00B0C-3391-7912-5EB2-CBA0885E73AA}"/>
          </ac:spMkLst>
        </pc:spChg>
        <pc:spChg chg="add del mod">
          <ac:chgData name="Mide Popoola" userId="752dd2f6-c152-4ddd-b936-c686ec2ec949" providerId="ADAL" clId="{B75D7FA3-40DF-4535-B00B-E1D1EBC8E741}" dt="2026-05-31T23:34:55.740" v="836" actId="478"/>
          <ac:spMkLst>
            <pc:docMk/>
            <pc:sldMk cId="1623008006" sldId="2147474872"/>
            <ac:spMk id="181" creationId="{E5381104-C23E-2ECE-70C0-A476B79A86C5}"/>
          </ac:spMkLst>
        </pc:spChg>
        <pc:spChg chg="del">
          <ac:chgData name="Mide Popoola" userId="752dd2f6-c152-4ddd-b936-c686ec2ec949" providerId="ADAL" clId="{B75D7FA3-40DF-4535-B00B-E1D1EBC8E741}" dt="2026-05-31T23:34:55.740" v="836" actId="478"/>
          <ac:spMkLst>
            <pc:docMk/>
            <pc:sldMk cId="1623008006" sldId="2147474872"/>
            <ac:spMk id="182" creationId="{072671EF-BCFF-7BDB-550B-4FB5341803B1}"/>
          </ac:spMkLst>
        </pc:spChg>
        <pc:spChg chg="del">
          <ac:chgData name="Mide Popoola" userId="752dd2f6-c152-4ddd-b936-c686ec2ec949" providerId="ADAL" clId="{B75D7FA3-40DF-4535-B00B-E1D1EBC8E741}" dt="2026-05-31T23:34:55.740" v="836" actId="478"/>
          <ac:spMkLst>
            <pc:docMk/>
            <pc:sldMk cId="1623008006" sldId="2147474872"/>
            <ac:spMk id="183" creationId="{27E971FD-9BEF-7F12-0026-C5EAAB178658}"/>
          </ac:spMkLst>
        </pc:spChg>
        <pc:spChg chg="add mod">
          <ac:chgData name="Mide Popoola" userId="752dd2f6-c152-4ddd-b936-c686ec2ec949" providerId="ADAL" clId="{B75D7FA3-40DF-4535-B00B-E1D1EBC8E741}" dt="2026-05-31T23:30:42.697" v="772"/>
          <ac:spMkLst>
            <pc:docMk/>
            <pc:sldMk cId="1623008006" sldId="2147474872"/>
            <ac:spMk id="190" creationId="{2BEAA466-B70C-AC47-AEAF-34DE5D9E0BE6}"/>
          </ac:spMkLst>
        </pc:spChg>
        <pc:spChg chg="add mod">
          <ac:chgData name="Mide Popoola" userId="752dd2f6-c152-4ddd-b936-c686ec2ec949" providerId="ADAL" clId="{B75D7FA3-40DF-4535-B00B-E1D1EBC8E741}" dt="2026-05-31T23:30:42.697" v="772"/>
          <ac:spMkLst>
            <pc:docMk/>
            <pc:sldMk cId="1623008006" sldId="2147474872"/>
            <ac:spMk id="192" creationId="{8C02BD1E-2E62-0F1D-A7B5-BFDD227E1790}"/>
          </ac:spMkLst>
        </pc:spChg>
        <pc:cxnChg chg="add mod">
          <ac:chgData name="Mide Popoola" userId="752dd2f6-c152-4ddd-b936-c686ec2ec949" providerId="ADAL" clId="{B75D7FA3-40DF-4535-B00B-E1D1EBC8E741}" dt="2026-05-31T23:39:13.450" v="1051" actId="1582"/>
          <ac:cxnSpMkLst>
            <pc:docMk/>
            <pc:sldMk cId="1623008006" sldId="2147474872"/>
            <ac:cxnSpMk id="197" creationId="{1ACEE7BE-9FBC-F015-0DD1-BBEBA00516F2}"/>
          </ac:cxnSpMkLst>
        </pc:cxnChg>
        <pc:cxnChg chg="add mod">
          <ac:chgData name="Mide Popoola" userId="752dd2f6-c152-4ddd-b936-c686ec2ec949" providerId="ADAL" clId="{B75D7FA3-40DF-4535-B00B-E1D1EBC8E741}" dt="2026-05-31T23:39:25.635" v="1053" actId="1582"/>
          <ac:cxnSpMkLst>
            <pc:docMk/>
            <pc:sldMk cId="1623008006" sldId="2147474872"/>
            <ac:cxnSpMk id="198" creationId="{076F915D-D8B3-8B33-4618-C2AE1EF52B61}"/>
          </ac:cxnSpMkLst>
        </pc:cxnChg>
        <pc:cxnChg chg="add mod">
          <ac:chgData name="Mide Popoola" userId="752dd2f6-c152-4ddd-b936-c686ec2ec949" providerId="ADAL" clId="{B75D7FA3-40DF-4535-B00B-E1D1EBC8E741}" dt="2026-05-31T23:40:10.719" v="1058" actId="208"/>
          <ac:cxnSpMkLst>
            <pc:docMk/>
            <pc:sldMk cId="1623008006" sldId="2147474872"/>
            <ac:cxnSpMk id="200" creationId="{C040B585-BFD4-5E78-09B0-5E5E7EA90D0D}"/>
          </ac:cxnSpMkLst>
        </pc:cxnChg>
      </pc:sldChg>
      <pc:sldMasterChg chg="delSldLayout">
        <pc:chgData name="Mide Popoola" userId="752dd2f6-c152-4ddd-b936-c686ec2ec949" providerId="ADAL" clId="{B75D7FA3-40DF-4535-B00B-E1D1EBC8E741}" dt="2026-05-31T23:40:35.464" v="1059" actId="47"/>
        <pc:sldMasterMkLst>
          <pc:docMk/>
          <pc:sldMasterMk cId="2526670395" sldId="2147483648"/>
        </pc:sldMasterMkLst>
        <pc:sldLayoutChg chg="del">
          <pc:chgData name="Mide Popoola" userId="752dd2f6-c152-4ddd-b936-c686ec2ec949" providerId="ADAL" clId="{B75D7FA3-40DF-4535-B00B-E1D1EBC8E741}" dt="2026-05-31T23:40:35.464" v="1059" actId="47"/>
          <pc:sldLayoutMkLst>
            <pc:docMk/>
            <pc:sldMasterMk cId="2526670395" sldId="2147483648"/>
            <pc:sldLayoutMk cId="272141219" sldId="2147483667"/>
          </pc:sldLayoutMkLst>
        </pc:sldLayoutChg>
      </pc:sldMasterChg>
    </pc:docChg>
  </pc:docChgLst>
</pc:chgInfo>
</file>

<file path=ppt/comments/modernComment_7FFFDDB6_146D1F4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B15C04-4292-4BA9-938A-1BAA3277C0AD}" authorId="{79FD0480-ECB9-B390-655B-658A40A2358F}" created="2026-05-31T23:27:30.609" startDate="2026-05-31T23:27:30.611" dueDate="2026-05-31T23:27:30.611" assignedTo="{8C19D138-0691-EA85-3FB4-3A6009891ABF}" title="Let’s talk about this page.  @Temitope Oluwasanu 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2695745" sldId="2147474870"/>
      <ac:spMk id="76" creationId="{77309DA6-4148-07BD-4151-5133C482A934}"/>
      <ac:txMk cp="0" len="22">
        <ac:context len="23" hash="3975705434"/>
      </ac:txMk>
    </ac:txMkLst>
    <p188:pos x="3449694" y="244456"/>
    <p188:txBody>
      <a:bodyPr/>
      <a:lstStyle/>
      <a:p>
        <a:r>
          <a:rPr lang="en-NG"/>
          <a:t>Let’s talk about this page.
[@Temitope  Oluwasanu]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5-31T23:27:30.609" id="{029689CD-CEA6-427D-8E8B-641339377AF0}">
              <p228:atrbtn authorId="{79FD0480-ECB9-B390-655B-658A40A2358F}"/>
              <p228:anchr>
                <p228:comment id="{52B15C04-4292-4BA9-938A-1BAA3277C0AD}"/>
              </p228:anchr>
              <p228:add/>
            </p228:event>
            <p228:event time="2026-05-31T23:27:30.609" id="{599B40E4-49E3-40FA-88A1-1AB6D71D3095}">
              <p228:atrbtn authorId="{79FD0480-ECB9-B390-655B-658A40A2358F}"/>
              <p228:anchr>
                <p228:comment id="{52B15C04-4292-4BA9-938A-1BAA3277C0AD}"/>
              </p228:anchr>
              <p228:asgn authorId="{8C19D138-0691-EA85-3FB4-3A6009891ABF}"/>
            </p228:event>
            <p228:event time="2026-05-31T23:27:30.609" id="{C28B667F-A43E-4306-AED5-3A67EA7878E7}">
              <p228:atrbtn authorId="{79FD0480-ECB9-B390-655B-658A40A2358F}"/>
              <p228:anchr>
                <p228:comment id="{52B15C04-4292-4BA9-938A-1BAA3277C0AD}"/>
              </p228:anchr>
              <p228:title val="Let’s talk about this page.  @Temitope Oluwasanu "/>
            </p228:event>
            <p228:event time="2026-05-31T23:27:30.609" id="{6E359A6E-0631-4162-B8DF-61E224C68F98}">
              <p228:atrbtn authorId="{79FD0480-ECB9-B390-655B-658A40A2358F}"/>
              <p228:anchr>
                <p228:comment id="{52B15C04-4292-4BA9-938A-1BAA3277C0AD}"/>
              </p228:anchr>
              <p228:date stDt="2026-05-31T23:27:30.611" endDt="2026-05-31T23:27:30.611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C4240-3140-4F19-8FA9-5EE626C92506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F01B4-1F27-4F64-BE6C-DAC142D55C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030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175C0-5841-E515-2200-4BC216F8B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C6E57-A537-AB7F-4044-C02D8E6F6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FA04E-2C87-6CA5-9BBA-8BA1CF6B0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69169-FEF8-17BD-9B75-D7F0194C0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F01B4-1F27-4F64-BE6C-DAC142D55C1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632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14CA6-401C-B961-BDD2-455BFD1A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2354A-DEEC-23B3-DF28-776B12936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0263A2-8EA7-AA5D-6082-D6EFFD9C3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164FA-652B-66BA-033E-F787CCB5C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F01B4-1F27-4F64-BE6C-DAC142D55C1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34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7E1E5-6DD0-C53F-0FE5-2632187F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908EE-1CA0-57CB-1EFE-D34714BE1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C5695-9FEA-943F-0C40-1498F6825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E0C3D-63AA-DB76-35E6-48D44F958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F01B4-1F27-4F64-BE6C-DAC142D55C1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973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96375-8020-F0EB-DE0E-6AC9153DA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91C02-4C1B-C068-C1A6-F0FB19796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0BCC0-6DB7-D951-2D51-3FC3ADC76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94E5D-39CF-E780-2EE1-0CB7D36D5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F01B4-1F27-4F64-BE6C-DAC142D55C1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220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3EA4-12C7-79A8-C1F9-1DF19035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0B010-41ED-869A-BB3F-D101778DE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55C84-1260-2806-480F-DB4E84B73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84896-5B0B-42F4-85B1-1055F4B17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F01B4-1F27-4F64-BE6C-DAC142D55C1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470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C1F76-8D8D-7564-3E0E-54A899B59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DAFF9-874B-DD9A-F91A-23ED5DD9E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50F7D-CC05-C2D2-D328-82060AC75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4B21B-0A83-6FC2-7E5B-FD0732284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F01B4-1F27-4F64-BE6C-DAC142D55C1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290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618EE-C556-17ED-6776-F6F61C449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CD279-EDD8-2F37-1426-A3543E689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4DA78-825E-804C-C827-FE0B0108BC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6A6E0-64D5-4C92-FD12-3475B4863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F01B4-1F27-4F64-BE6C-DAC142D55C1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298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E4913-E9FB-41B9-F67F-381C30D65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5DA0ED-EB9E-DBF5-01D5-10FC69861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9056D-3199-9375-65BC-23E31EB1E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616FD-9446-7C89-A05F-A5630F5A8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F01B4-1F27-4F64-BE6C-DAC142D55C1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7264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3AC7-89C7-4C28-5451-32C4D663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36874-815E-B863-2AD9-1F9E2DF9C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3C2AC-7E0E-AF6C-ABB4-B2E0C8F2D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21F3D-6038-EDFD-EB9F-ADC36D27D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F01B4-1F27-4F64-BE6C-DAC142D55C1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165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13114-A736-C7E3-F14A-CBBD89461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0E523-00AD-0649-E5EE-BC3906002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7B121-DF54-E3B1-F226-8FABC3587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AF40F-6323-6575-4D6C-445E49D4B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F01B4-1F27-4F64-BE6C-DAC142D55C1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539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1E9532-6828-492A-BD51-6D0C309F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BF059-B4B8-4972-89B6-A6082E6E3BCE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7CD89F-CF4C-47FB-BAF6-39247884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2838E-86B3-4A4A-9A64-B020A641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C2F79-B7A1-460F-8ACF-E38336CF057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E0AC6-3CAE-469B-9FAB-33AB3162AFA1}"/>
              </a:ext>
            </a:extLst>
          </p:cNvPr>
          <p:cNvSpPr/>
          <p:nvPr userDrawn="1"/>
        </p:nvSpPr>
        <p:spPr>
          <a:xfrm>
            <a:off x="0" y="6765017"/>
            <a:ext cx="12192000" cy="13652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D96DCC-7B46-812C-F542-E0B28E910801}"/>
              </a:ext>
            </a:extLst>
          </p:cNvPr>
          <p:cNvSpPr/>
          <p:nvPr userDrawn="1"/>
        </p:nvSpPr>
        <p:spPr>
          <a:xfrm>
            <a:off x="-11430" y="219939"/>
            <a:ext cx="77532" cy="2377440"/>
          </a:xfrm>
          <a:prstGeom prst="rect">
            <a:avLst/>
          </a:prstGeom>
          <a:solidFill>
            <a:srgbClr val="106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93E74C2-7429-C3BD-686E-FBDC1E9D33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0797" y="133180"/>
            <a:ext cx="1535556" cy="59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30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D5B3A1-F3CD-7DAC-0BB5-262E68156741}"/>
              </a:ext>
            </a:extLst>
          </p:cNvPr>
          <p:cNvSpPr/>
          <p:nvPr userDrawn="1"/>
        </p:nvSpPr>
        <p:spPr>
          <a:xfrm>
            <a:off x="-11431" y="219939"/>
            <a:ext cx="119715" cy="4597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9193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5460FD-B645-4B38-9875-0E110F2AE9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785" y="203862"/>
            <a:ext cx="10195560" cy="192024"/>
          </a:xfr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>
              <a:defRPr kumimoji="0" lang="en-US" sz="1200" i="0" u="none" strike="noStrike" cap="none" spc="0" normalizeH="0" baseline="0" smtClean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Univers for KPMG Light" panose="020B0403020202020204" pitchFamily="34" charset="0"/>
              </a:defRPr>
            </a:lvl1pPr>
            <a:lvl2pPr>
              <a:defRPr lang="en-US" sz="1723" smtClean="0">
                <a:solidFill>
                  <a:schemeClr val="tx2"/>
                </a:solidFill>
                <a:latin typeface="Univers 45 Light" pitchFamily="2" charset="0"/>
              </a:defRPr>
            </a:lvl2pPr>
            <a:lvl3pPr>
              <a:defRPr lang="en-US" sz="1723" smtClean="0">
                <a:solidFill>
                  <a:schemeClr val="tx2"/>
                </a:solidFill>
                <a:latin typeface="Univers 45 Light" pitchFamily="2" charset="0"/>
              </a:defRPr>
            </a:lvl3pPr>
            <a:lvl4pPr>
              <a:defRPr lang="en-US" sz="1723" smtClean="0">
                <a:solidFill>
                  <a:schemeClr val="tx2"/>
                </a:solidFill>
                <a:latin typeface="Univers 45 Light" pitchFamily="2" charset="0"/>
              </a:defRPr>
            </a:lvl4pPr>
            <a:lvl5pPr>
              <a:defRPr lang="en-US" sz="1723">
                <a:solidFill>
                  <a:schemeClr val="tx2"/>
                </a:solidFill>
                <a:latin typeface="Univers 45 Light" pitchFamily="2" charset="0"/>
              </a:defRPr>
            </a:lvl5pPr>
          </a:lstStyle>
          <a:p>
            <a:pPr marR="0" lvl="0" defTabSz="1125472" fontAlgn="auto">
              <a:spcAft>
                <a:spcPts val="0"/>
              </a:spcAft>
              <a:buClrTx/>
              <a:buSzTx/>
              <a:tabLst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353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3558015"/>
              </p:ext>
            </p:extLst>
          </p:nvPr>
        </p:nvGraphicFramePr>
        <p:xfrm>
          <a:off x="2162" y="1623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2" y="1623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4365055-6635-4CD9-8E2A-D50B5D7F833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800" b="1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Working Draft Text" hidden="1"/>
          <p:cNvSpPr txBox="1">
            <a:spLocks noChangeArrowheads="1"/>
          </p:cNvSpPr>
          <p:nvPr userDrawn="1"/>
        </p:nvSpPr>
        <p:spPr bwMode="auto">
          <a:xfrm>
            <a:off x="1856924" y="541311"/>
            <a:ext cx="900496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1">
              <a:defRPr lang="x-none"/>
            </a:pPr>
            <a:r>
              <a:rPr lang="en-US" sz="816" b="1" baseline="0" noProof="0">
                <a:solidFill>
                  <a:schemeClr val="bg1"/>
                </a:solidFill>
                <a:latin typeface="+mn-lt"/>
              </a:rPr>
              <a:t>WORKING DRAFT</a:t>
            </a:r>
          </a:p>
        </p:txBody>
      </p:sp>
      <p:sp>
        <p:nvSpPr>
          <p:cNvPr id="6" name="Working Draft" hidden="1"/>
          <p:cNvSpPr txBox="1">
            <a:spLocks noChangeArrowheads="1"/>
          </p:cNvSpPr>
          <p:nvPr userDrawn="1"/>
        </p:nvSpPr>
        <p:spPr bwMode="auto">
          <a:xfrm>
            <a:off x="1856924" y="666922"/>
            <a:ext cx="3815785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1">
              <a:defRPr lang="x-none"/>
            </a:pPr>
            <a:r>
              <a:rPr lang="en-US" sz="816" baseline="0" noProof="0">
                <a:solidFill>
                  <a:schemeClr val="bg1"/>
                </a:solidFill>
                <a:latin typeface="+mn-lt"/>
              </a:rPr>
              <a:t>Last Modified 2020/06/03 15:41 W. Central Africa Standard Time</a:t>
            </a:r>
          </a:p>
        </p:txBody>
      </p:sp>
      <p:sp>
        <p:nvSpPr>
          <p:cNvPr id="7" name="Printed" hidden="1"/>
          <p:cNvSpPr txBox="1">
            <a:spLocks noChangeArrowheads="1"/>
          </p:cNvSpPr>
          <p:nvPr userDrawn="1"/>
        </p:nvSpPr>
        <p:spPr bwMode="auto">
          <a:xfrm>
            <a:off x="1856924" y="792535"/>
            <a:ext cx="3618996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1">
              <a:defRPr lang="x-none"/>
            </a:pPr>
            <a:r>
              <a:rPr lang="en-US" sz="816" baseline="0" noProof="0">
                <a:solidFill>
                  <a:schemeClr val="bg1"/>
                </a:solidFill>
                <a:latin typeface="+mn-lt"/>
              </a:rPr>
              <a:t>Printed</a:t>
            </a:r>
          </a:p>
        </p:txBody>
      </p:sp>
      <p:sp>
        <p:nvSpPr>
          <p:cNvPr id="13314" name="Title"/>
          <p:cNvSpPr>
            <a:spLocks noGrp="1" noChangeArrowheads="1"/>
          </p:cNvSpPr>
          <p:nvPr userDrawn="1">
            <p:ph type="ctrTitle"/>
          </p:nvPr>
        </p:nvSpPr>
        <p:spPr bwMode="auto">
          <a:xfrm>
            <a:off x="551119" y="1434420"/>
            <a:ext cx="7006736" cy="147732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x-none" sz="4800" b="1" baseline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lvl="0" latinLnBrk="0"/>
            <a:r>
              <a:rPr lang="en-US" noProof="0"/>
              <a:t>Click to edit Master title style</a:t>
            </a:r>
          </a:p>
        </p:txBody>
      </p:sp>
      <p:sp>
        <p:nvSpPr>
          <p:cNvPr id="13315" name="Subtitle"/>
          <p:cNvSpPr>
            <a:spLocks noGrp="1" noChangeArrowheads="1"/>
          </p:cNvSpPr>
          <p:nvPr userDrawn="1">
            <p:ph type="subTitle" idx="1"/>
          </p:nvPr>
        </p:nvSpPr>
        <p:spPr bwMode="auto">
          <a:xfrm>
            <a:off x="551118" y="3167390"/>
            <a:ext cx="7006737" cy="3077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x-none" sz="2000" cap="none" noProof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57" name="Document type" hidden="1"/>
          <p:cNvSpPr txBox="1">
            <a:spLocks noChangeArrowheads="1"/>
          </p:cNvSpPr>
          <p:nvPr userDrawn="1"/>
        </p:nvSpPr>
        <p:spPr bwMode="auto">
          <a:xfrm>
            <a:off x="551119" y="4469473"/>
            <a:ext cx="579253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1">
              <a:defRPr lang="x-none"/>
            </a:pPr>
            <a:r>
              <a:rPr lang="en-US" sz="1400" baseline="0" noProof="0">
                <a:solidFill>
                  <a:schemeClr val="tx1"/>
                </a:solidFill>
                <a:latin typeface="+mn-lt"/>
              </a:rPr>
              <a:t>Document type | Date</a:t>
            </a:r>
          </a:p>
        </p:txBody>
      </p:sp>
      <p:sp>
        <p:nvSpPr>
          <p:cNvPr id="17" name="Disclaimer-English (United States)" hidden="1">
            <a:extLst>
              <a:ext uri="{FF2B5EF4-FFF2-40B4-BE49-F238E27FC236}">
                <a16:creationId xmlns:a16="http://schemas.microsoft.com/office/drawing/2014/main" id="{55123602-6B23-4199-B8DD-DB45401EF1A5}"/>
              </a:ext>
            </a:extLst>
          </p:cNvPr>
          <p:cNvSpPr>
            <a:spLocks noChangeArrowheads="1"/>
          </p:cNvSpPr>
          <p:nvPr userDrawn="1"/>
        </p:nvSpPr>
        <p:spPr bwMode="black">
          <a:xfrm>
            <a:off x="551118" y="6254080"/>
            <a:ext cx="512051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spAutoFit/>
          </a:bodyPr>
          <a:lstStyle/>
          <a:p>
            <a:pPr defTabSz="1073204" eaLnBrk="0" hangingPunct="0"/>
            <a:r>
              <a:rPr lang="en-US" sz="800" baseline="0">
                <a:solidFill>
                  <a:schemeClr val="tx1"/>
                </a:solidFill>
                <a:latin typeface="+mn-lt"/>
              </a:rPr>
              <a:t>CONFIDENTIAL AND PROPRIETARY</a:t>
            </a:r>
          </a:p>
          <a:p>
            <a:pPr defTabSz="1073204" eaLnBrk="0" hangingPunct="0"/>
            <a:r>
              <a:rPr lang="en-US" sz="800" baseline="0">
                <a:solidFill>
                  <a:schemeClr val="tx1"/>
                </a:solidFill>
                <a:latin typeface="+mn-lt"/>
              </a:rPr>
              <a:t>Any use of this material without specific permission is strictly prohibited</a:t>
            </a:r>
          </a:p>
        </p:txBody>
      </p:sp>
    </p:spTree>
    <p:extLst>
      <p:ext uri="{BB962C8B-B14F-4D97-AF65-F5344CB8AC3E}">
        <p14:creationId xmlns:p14="http://schemas.microsoft.com/office/powerpoint/2010/main" val="1783373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59700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6" progId="TCLayout.ActiveDocument.1">
                  <p:embed/>
                </p:oleObj>
              </mc:Choice>
              <mc:Fallback>
                <p:oleObj name="think-cell Slide" r:id="rId4" imgW="347" imgH="34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F2A09FAF-36FC-448E-890E-061F32680BA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b="0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doc id" hidden="1"/>
          <p:cNvSpPr>
            <a:spLocks noChangeArrowheads="1"/>
          </p:cNvSpPr>
          <p:nvPr userDrawn="1"/>
        </p:nvSpPr>
        <p:spPr bwMode="gray">
          <a:xfrm flipH="1">
            <a:off x="10658003" y="51835"/>
            <a:ext cx="1231563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1218026"/>
            <a:endParaRPr lang="x-none" sz="612" baseline="0" noProof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A8945DBF-C4A9-4A34-9299-EC7CF2C9C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33258" y="234866"/>
            <a:ext cx="117254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noProof="0"/>
              <a:t>Click to edit Master title style</a:t>
            </a:r>
            <a:endParaRPr lang="x-none" noProof="0"/>
          </a:p>
        </p:txBody>
      </p:sp>
    </p:spTree>
    <p:extLst>
      <p:ext uri="{BB962C8B-B14F-4D97-AF65-F5344CB8AC3E}">
        <p14:creationId xmlns:p14="http://schemas.microsoft.com/office/powerpoint/2010/main" val="1429629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89">
          <p15:clr>
            <a:srgbClr val="F26B43"/>
          </p15:clr>
        </p15:guide>
        <p15:guide id="2" pos="101">
          <p15:clr>
            <a:srgbClr val="F26B43"/>
          </p15:clr>
        </p15:guide>
        <p15:guide id="3" orient="horz" pos="701">
          <p15:clr>
            <a:srgbClr val="F26B43"/>
          </p15:clr>
        </p15:guide>
        <p15:guide id="4" orient="horz" pos="399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377D1-5207-43B7-813E-5FC43EA45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FE043-EFBF-4866-A8CA-52B9921C6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680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tags" Target="../tags/tag22.xml"/><Relationship Id="rId21" Type="http://schemas.openxmlformats.org/officeDocument/2006/relationships/tags" Target="../tags/tag17.xml"/><Relationship Id="rId42" Type="http://schemas.openxmlformats.org/officeDocument/2006/relationships/tags" Target="../tags/tag38.xml"/><Relationship Id="rId47" Type="http://schemas.openxmlformats.org/officeDocument/2006/relationships/tags" Target="../tags/tag43.xml"/><Relationship Id="rId63" Type="http://schemas.openxmlformats.org/officeDocument/2006/relationships/tags" Target="../tags/tag59.xml"/><Relationship Id="rId68" Type="http://schemas.openxmlformats.org/officeDocument/2006/relationships/tags" Target="../tags/tag64.xml"/><Relationship Id="rId7" Type="http://schemas.openxmlformats.org/officeDocument/2006/relationships/tags" Target="../tags/tag3.xml"/><Relationship Id="rId71" Type="http://schemas.openxmlformats.org/officeDocument/2006/relationships/image" Target="../media/image2.emf"/><Relationship Id="rId2" Type="http://schemas.openxmlformats.org/officeDocument/2006/relationships/slideLayout" Target="../slideLayouts/slideLayout6.xml"/><Relationship Id="rId16" Type="http://schemas.openxmlformats.org/officeDocument/2006/relationships/tags" Target="../tags/tag12.xml"/><Relationship Id="rId29" Type="http://schemas.openxmlformats.org/officeDocument/2006/relationships/tags" Target="../tags/tag25.xml"/><Relationship Id="rId11" Type="http://schemas.openxmlformats.org/officeDocument/2006/relationships/tags" Target="../tags/tag7.xml"/><Relationship Id="rId24" Type="http://schemas.openxmlformats.org/officeDocument/2006/relationships/tags" Target="../tags/tag20.xml"/><Relationship Id="rId32" Type="http://schemas.openxmlformats.org/officeDocument/2006/relationships/tags" Target="../tags/tag28.xml"/><Relationship Id="rId37" Type="http://schemas.openxmlformats.org/officeDocument/2006/relationships/tags" Target="../tags/tag33.xml"/><Relationship Id="rId40" Type="http://schemas.openxmlformats.org/officeDocument/2006/relationships/tags" Target="../tags/tag36.xml"/><Relationship Id="rId45" Type="http://schemas.openxmlformats.org/officeDocument/2006/relationships/tags" Target="../tags/tag41.xml"/><Relationship Id="rId53" Type="http://schemas.openxmlformats.org/officeDocument/2006/relationships/tags" Target="../tags/tag49.xml"/><Relationship Id="rId58" Type="http://schemas.openxmlformats.org/officeDocument/2006/relationships/tags" Target="../tags/tag54.xml"/><Relationship Id="rId66" Type="http://schemas.openxmlformats.org/officeDocument/2006/relationships/tags" Target="../tags/tag62.xml"/><Relationship Id="rId5" Type="http://schemas.openxmlformats.org/officeDocument/2006/relationships/tags" Target="../tags/tag1.xml"/><Relationship Id="rId61" Type="http://schemas.openxmlformats.org/officeDocument/2006/relationships/tags" Target="../tags/tag57.xml"/><Relationship Id="rId19" Type="http://schemas.openxmlformats.org/officeDocument/2006/relationships/tags" Target="../tags/tag15.xml"/><Relationship Id="rId14" Type="http://schemas.openxmlformats.org/officeDocument/2006/relationships/tags" Target="../tags/tag10.xml"/><Relationship Id="rId22" Type="http://schemas.openxmlformats.org/officeDocument/2006/relationships/tags" Target="../tags/tag18.xml"/><Relationship Id="rId27" Type="http://schemas.openxmlformats.org/officeDocument/2006/relationships/tags" Target="../tags/tag23.xml"/><Relationship Id="rId30" Type="http://schemas.openxmlformats.org/officeDocument/2006/relationships/tags" Target="../tags/tag26.xml"/><Relationship Id="rId35" Type="http://schemas.openxmlformats.org/officeDocument/2006/relationships/tags" Target="../tags/tag31.xml"/><Relationship Id="rId43" Type="http://schemas.openxmlformats.org/officeDocument/2006/relationships/tags" Target="../tags/tag39.xml"/><Relationship Id="rId48" Type="http://schemas.openxmlformats.org/officeDocument/2006/relationships/tags" Target="../tags/tag44.xml"/><Relationship Id="rId56" Type="http://schemas.openxmlformats.org/officeDocument/2006/relationships/tags" Target="../tags/tag52.xml"/><Relationship Id="rId64" Type="http://schemas.openxmlformats.org/officeDocument/2006/relationships/tags" Target="../tags/tag60.xml"/><Relationship Id="rId69" Type="http://schemas.openxmlformats.org/officeDocument/2006/relationships/tags" Target="../tags/tag65.xml"/><Relationship Id="rId8" Type="http://schemas.openxmlformats.org/officeDocument/2006/relationships/tags" Target="../tags/tag4.xml"/><Relationship Id="rId51" Type="http://schemas.openxmlformats.org/officeDocument/2006/relationships/tags" Target="../tags/tag47.xml"/><Relationship Id="rId72" Type="http://schemas.openxmlformats.org/officeDocument/2006/relationships/image" Target="../media/image3.jpeg"/><Relationship Id="rId3" Type="http://schemas.openxmlformats.org/officeDocument/2006/relationships/slideLayout" Target="../slideLayouts/slideLayout7.xml"/><Relationship Id="rId12" Type="http://schemas.openxmlformats.org/officeDocument/2006/relationships/tags" Target="../tags/tag8.xml"/><Relationship Id="rId17" Type="http://schemas.openxmlformats.org/officeDocument/2006/relationships/tags" Target="../tags/tag13.xml"/><Relationship Id="rId25" Type="http://schemas.openxmlformats.org/officeDocument/2006/relationships/tags" Target="../tags/tag21.xml"/><Relationship Id="rId33" Type="http://schemas.openxmlformats.org/officeDocument/2006/relationships/tags" Target="../tags/tag29.xml"/><Relationship Id="rId38" Type="http://schemas.openxmlformats.org/officeDocument/2006/relationships/tags" Target="../tags/tag34.xml"/><Relationship Id="rId46" Type="http://schemas.openxmlformats.org/officeDocument/2006/relationships/tags" Target="../tags/tag42.xml"/><Relationship Id="rId59" Type="http://schemas.openxmlformats.org/officeDocument/2006/relationships/tags" Target="../tags/tag55.xml"/><Relationship Id="rId67" Type="http://schemas.openxmlformats.org/officeDocument/2006/relationships/tags" Target="../tags/tag63.xml"/><Relationship Id="rId20" Type="http://schemas.openxmlformats.org/officeDocument/2006/relationships/tags" Target="../tags/tag16.xml"/><Relationship Id="rId41" Type="http://schemas.openxmlformats.org/officeDocument/2006/relationships/tags" Target="../tags/tag37.xml"/><Relationship Id="rId54" Type="http://schemas.openxmlformats.org/officeDocument/2006/relationships/tags" Target="../tags/tag50.xml"/><Relationship Id="rId62" Type="http://schemas.openxmlformats.org/officeDocument/2006/relationships/tags" Target="../tags/tag58.xml"/><Relationship Id="rId70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Relationship Id="rId6" Type="http://schemas.openxmlformats.org/officeDocument/2006/relationships/tags" Target="../tags/tag2.xml"/><Relationship Id="rId15" Type="http://schemas.openxmlformats.org/officeDocument/2006/relationships/tags" Target="../tags/tag11.xml"/><Relationship Id="rId23" Type="http://schemas.openxmlformats.org/officeDocument/2006/relationships/tags" Target="../tags/tag19.xml"/><Relationship Id="rId28" Type="http://schemas.openxmlformats.org/officeDocument/2006/relationships/tags" Target="../tags/tag24.xml"/><Relationship Id="rId36" Type="http://schemas.openxmlformats.org/officeDocument/2006/relationships/tags" Target="../tags/tag32.xml"/><Relationship Id="rId49" Type="http://schemas.openxmlformats.org/officeDocument/2006/relationships/tags" Target="../tags/tag45.xml"/><Relationship Id="rId57" Type="http://schemas.openxmlformats.org/officeDocument/2006/relationships/tags" Target="../tags/tag53.xml"/><Relationship Id="rId10" Type="http://schemas.openxmlformats.org/officeDocument/2006/relationships/tags" Target="../tags/tag6.xml"/><Relationship Id="rId31" Type="http://schemas.openxmlformats.org/officeDocument/2006/relationships/tags" Target="../tags/tag27.xml"/><Relationship Id="rId44" Type="http://schemas.openxmlformats.org/officeDocument/2006/relationships/tags" Target="../tags/tag40.xml"/><Relationship Id="rId52" Type="http://schemas.openxmlformats.org/officeDocument/2006/relationships/tags" Target="../tags/tag48.xml"/><Relationship Id="rId60" Type="http://schemas.openxmlformats.org/officeDocument/2006/relationships/tags" Target="../tags/tag56.xml"/><Relationship Id="rId65" Type="http://schemas.openxmlformats.org/officeDocument/2006/relationships/tags" Target="../tags/tag61.xml"/><Relationship Id="rId4" Type="http://schemas.openxmlformats.org/officeDocument/2006/relationships/theme" Target="../theme/theme3.xml"/><Relationship Id="rId9" Type="http://schemas.openxmlformats.org/officeDocument/2006/relationships/tags" Target="../tags/tag5.xml"/><Relationship Id="rId13" Type="http://schemas.openxmlformats.org/officeDocument/2006/relationships/tags" Target="../tags/tag9.xml"/><Relationship Id="rId18" Type="http://schemas.openxmlformats.org/officeDocument/2006/relationships/tags" Target="../tags/tag14.xml"/><Relationship Id="rId39" Type="http://schemas.openxmlformats.org/officeDocument/2006/relationships/tags" Target="../tags/tag35.xml"/><Relationship Id="rId34" Type="http://schemas.openxmlformats.org/officeDocument/2006/relationships/tags" Target="../tags/tag30.xml"/><Relationship Id="rId50" Type="http://schemas.openxmlformats.org/officeDocument/2006/relationships/tags" Target="../tags/tag46.xml"/><Relationship Id="rId55" Type="http://schemas.openxmlformats.org/officeDocument/2006/relationships/tags" Target="../tags/tag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300D4-8414-419B-9E9D-9618CE5DA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E9066-12A8-4D69-965B-294D486B4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F87DF-58E1-47E6-830B-85D48CB947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BF059-B4B8-4972-89B6-A6082E6E3BCE}" type="datetimeFigureOut">
              <a:rPr lang="en-GB" smtClean="0"/>
              <a:t>04/07/2026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FDADE-C849-416E-9DDE-0FFF036E1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179BE-0AC7-4C8A-A978-260594CB2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C2F79-B7A1-460F-8ACF-E38336CF057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Partial Circle 7">
            <a:extLst>
              <a:ext uri="{FF2B5EF4-FFF2-40B4-BE49-F238E27FC236}">
                <a16:creationId xmlns:a16="http://schemas.microsoft.com/office/drawing/2014/main" id="{A783ADF3-4CAA-67EF-D4F5-5C0BBC4945C2}"/>
              </a:ext>
            </a:extLst>
          </p:cNvPr>
          <p:cNvSpPr/>
          <p:nvPr/>
        </p:nvSpPr>
        <p:spPr>
          <a:xfrm>
            <a:off x="11609942" y="6313069"/>
            <a:ext cx="1169925" cy="1108351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172721-E2B8-EDD3-7BA7-5327733FEB20}"/>
              </a:ext>
            </a:extLst>
          </p:cNvPr>
          <p:cNvSpPr txBox="1"/>
          <p:nvPr/>
        </p:nvSpPr>
        <p:spPr>
          <a:xfrm>
            <a:off x="11671213" y="6471255"/>
            <a:ext cx="740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62E574-30DE-485A-8EC7-2934C974278D}" type="slidenum">
              <a:rPr lang="en-GB" sz="1400" b="1" smtClean="0">
                <a:solidFill>
                  <a:schemeClr val="bg1"/>
                </a:solidFill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15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670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0">
            <a:extLst>
              <a:ext uri="{FF2B5EF4-FFF2-40B4-BE49-F238E27FC236}">
                <a16:creationId xmlns:a16="http://schemas.microsoft.com/office/drawing/2014/main" id="{3BD97A8E-D98D-4029-B91C-5BAA2D2AF5FA}"/>
              </a:ext>
            </a:extLst>
          </p:cNvPr>
          <p:cNvSpPr txBox="1"/>
          <p:nvPr userDrawn="1"/>
        </p:nvSpPr>
        <p:spPr>
          <a:xfrm>
            <a:off x="1405636" y="6390607"/>
            <a:ext cx="9674352" cy="1897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>
              <a:defRPr sz="600">
                <a:solidFill>
                  <a:srgbClr val="00338D"/>
                </a:solidFill>
              </a:defRPr>
            </a:lvl1pPr>
          </a:lstStyle>
          <a:p>
            <a:pPr lvl="0"/>
            <a:r>
              <a:rPr lang="en-US"/>
              <a:t>© 2022 KPMG Advisory Services, a partnership registered in Nigeria and a member firm of the KPMG global organisation of independent member firms affiliated with KPMG International Limited, a private English company limited by guarantee. All rights reserved.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5626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0427" y="1330126"/>
            <a:ext cx="10194470" cy="45467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2DCFEB6C-4D9D-44F6-A75C-7389BE5A96E8}"/>
              </a:ext>
            </a:extLst>
          </p:cNvPr>
          <p:cNvSpPr txBox="1">
            <a:spLocks/>
          </p:cNvSpPr>
          <p:nvPr userDrawn="1"/>
        </p:nvSpPr>
        <p:spPr>
          <a:xfrm>
            <a:off x="11110154" y="6390607"/>
            <a:ext cx="480062" cy="149412"/>
          </a:xfrm>
          <a:prstGeom prst="rect">
            <a:avLst/>
          </a:prstGeom>
        </p:spPr>
        <p:txBody>
          <a:bodyPr lIns="0" tIns="0" rIns="0" bIns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338D"/>
                </a:solidFill>
                <a:effectLst/>
                <a:uLnTx/>
                <a:uFillTx/>
                <a:latin typeface="Arial"/>
                <a:cs typeface="Arial" panose="020B0604020202020204" pitchFamily="34" charset="0"/>
                <a:sym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338D"/>
              </a:solidFill>
              <a:effectLst/>
              <a:uLnTx/>
              <a:uFillTx/>
              <a:latin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4" name="Freeform 19">
            <a:extLst>
              <a:ext uri="{FF2B5EF4-FFF2-40B4-BE49-F238E27FC236}">
                <a16:creationId xmlns:a16="http://schemas.microsoft.com/office/drawing/2014/main" id="{0826FD40-FA98-4FC8-8FEE-3A0A4F3D076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28881" y="6392745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43A024-6C55-4C35-9307-42E9B7435B32}"/>
              </a:ext>
            </a:extLst>
          </p:cNvPr>
          <p:cNvSpPr/>
          <p:nvPr userDrawn="1"/>
        </p:nvSpPr>
        <p:spPr>
          <a:xfrm>
            <a:off x="-391053" y="2132256"/>
            <a:ext cx="274320" cy="274320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B57025-ABD0-48FB-8F4F-89813B85496E}"/>
              </a:ext>
            </a:extLst>
          </p:cNvPr>
          <p:cNvSpPr/>
          <p:nvPr userDrawn="1"/>
        </p:nvSpPr>
        <p:spPr>
          <a:xfrm>
            <a:off x="-391053" y="1731971"/>
            <a:ext cx="274320" cy="2743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8B3781-2BB9-4E78-A2BE-C46EC501F451}"/>
              </a:ext>
            </a:extLst>
          </p:cNvPr>
          <p:cNvSpPr/>
          <p:nvPr userDrawn="1"/>
        </p:nvSpPr>
        <p:spPr>
          <a:xfrm>
            <a:off x="-391053" y="2532541"/>
            <a:ext cx="274320" cy="274320"/>
          </a:xfrm>
          <a:prstGeom prst="rect">
            <a:avLst/>
          </a:prstGeom>
          <a:solidFill>
            <a:srgbClr val="0C2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926CBD-0485-41F7-ABEE-BCDEA723F220}"/>
              </a:ext>
            </a:extLst>
          </p:cNvPr>
          <p:cNvSpPr/>
          <p:nvPr userDrawn="1"/>
        </p:nvSpPr>
        <p:spPr>
          <a:xfrm>
            <a:off x="-391053" y="2932826"/>
            <a:ext cx="274320" cy="274320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E3B3D7-46BA-477C-B6AB-69B8B9E9E72A}"/>
              </a:ext>
            </a:extLst>
          </p:cNvPr>
          <p:cNvSpPr/>
          <p:nvPr userDrawn="1"/>
        </p:nvSpPr>
        <p:spPr>
          <a:xfrm>
            <a:off x="-715216" y="1732478"/>
            <a:ext cx="274320" cy="274320"/>
          </a:xfrm>
          <a:prstGeom prst="rect">
            <a:avLst/>
          </a:prstGeom>
          <a:solidFill>
            <a:srgbClr val="76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D47F48-6073-4BBF-A7F8-937E5AE7A999}"/>
              </a:ext>
            </a:extLst>
          </p:cNvPr>
          <p:cNvSpPr/>
          <p:nvPr userDrawn="1"/>
        </p:nvSpPr>
        <p:spPr>
          <a:xfrm>
            <a:off x="-391053" y="3333111"/>
            <a:ext cx="274320" cy="274320"/>
          </a:xfrm>
          <a:prstGeom prst="rect">
            <a:avLst/>
          </a:prstGeom>
          <a:solidFill>
            <a:srgbClr val="00B8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0276EC-593C-4723-BD31-96DB9908FA84}"/>
              </a:ext>
            </a:extLst>
          </p:cNvPr>
          <p:cNvSpPr/>
          <p:nvPr userDrawn="1"/>
        </p:nvSpPr>
        <p:spPr>
          <a:xfrm>
            <a:off x="-391053" y="3733396"/>
            <a:ext cx="274320" cy="274320"/>
          </a:xfrm>
          <a:prstGeom prst="rect">
            <a:avLst/>
          </a:prstGeom>
          <a:solidFill>
            <a:srgbClr val="7213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53F841-2A3E-4A12-819B-273B407BF89A}"/>
              </a:ext>
            </a:extLst>
          </p:cNvPr>
          <p:cNvSpPr/>
          <p:nvPr userDrawn="1"/>
        </p:nvSpPr>
        <p:spPr>
          <a:xfrm>
            <a:off x="-391053" y="4133684"/>
            <a:ext cx="274320" cy="274320"/>
          </a:xfrm>
          <a:prstGeom prst="rect">
            <a:avLst/>
          </a:prstGeom>
          <a:solidFill>
            <a:srgbClr val="FD3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3517A5-E9F8-4DB0-9B4B-453D577C695D}"/>
              </a:ext>
            </a:extLst>
          </p:cNvPr>
          <p:cNvSpPr/>
          <p:nvPr userDrawn="1"/>
        </p:nvSpPr>
        <p:spPr>
          <a:xfrm>
            <a:off x="-715216" y="2132679"/>
            <a:ext cx="274320" cy="274320"/>
          </a:xfrm>
          <a:prstGeom prst="rect">
            <a:avLst/>
          </a:prstGeom>
          <a:solidFill>
            <a:srgbClr val="510D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135D13-36D8-4C43-B052-727C2472AE6D}"/>
              </a:ext>
            </a:extLst>
          </p:cNvPr>
          <p:cNvSpPr/>
          <p:nvPr userDrawn="1"/>
        </p:nvSpPr>
        <p:spPr>
          <a:xfrm>
            <a:off x="-715216" y="2532880"/>
            <a:ext cx="274320" cy="274320"/>
          </a:xfrm>
          <a:prstGeom prst="rect">
            <a:avLst/>
          </a:prstGeom>
          <a:solidFill>
            <a:srgbClr val="B49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9CBA5A-4344-4F0F-93A4-9D5A3BB3CE6C}"/>
              </a:ext>
            </a:extLst>
          </p:cNvPr>
          <p:cNvSpPr/>
          <p:nvPr userDrawn="1"/>
        </p:nvSpPr>
        <p:spPr>
          <a:xfrm>
            <a:off x="-715216" y="2933081"/>
            <a:ext cx="274320" cy="274320"/>
          </a:xfrm>
          <a:prstGeom prst="rect">
            <a:avLst/>
          </a:prstGeom>
          <a:solidFill>
            <a:srgbClr val="AB0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32B5D2-1DB2-4D1E-8F7B-A82DA206A26F}"/>
              </a:ext>
            </a:extLst>
          </p:cNvPr>
          <p:cNvSpPr/>
          <p:nvPr userDrawn="1"/>
        </p:nvSpPr>
        <p:spPr>
          <a:xfrm>
            <a:off x="-715216" y="3333282"/>
            <a:ext cx="274320" cy="274320"/>
          </a:xfrm>
          <a:prstGeom prst="rect">
            <a:avLst/>
          </a:prstGeom>
          <a:solidFill>
            <a:srgbClr val="FFA3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ysClr val="windowText" lastClr="00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9A0142-CB18-40E7-BFFD-9CB19DD6D28F}"/>
              </a:ext>
            </a:extLst>
          </p:cNvPr>
          <p:cNvSpPr/>
          <p:nvPr userDrawn="1"/>
        </p:nvSpPr>
        <p:spPr>
          <a:xfrm>
            <a:off x="-715216" y="3733483"/>
            <a:ext cx="274320" cy="274320"/>
          </a:xfrm>
          <a:prstGeom prst="rect">
            <a:avLst/>
          </a:prstGeom>
          <a:solidFill>
            <a:srgbClr val="098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77F23F-A7E6-42FB-95D8-88D4155D5DC5}"/>
              </a:ext>
            </a:extLst>
          </p:cNvPr>
          <p:cNvSpPr/>
          <p:nvPr userDrawn="1"/>
        </p:nvSpPr>
        <p:spPr>
          <a:xfrm>
            <a:off x="-715216" y="4133684"/>
            <a:ext cx="274320" cy="274320"/>
          </a:xfrm>
          <a:prstGeom prst="rect">
            <a:avLst/>
          </a:prstGeom>
          <a:solidFill>
            <a:srgbClr val="00C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4159D-3108-4E42-B163-7BD31BBCA8D5}"/>
              </a:ext>
            </a:extLst>
          </p:cNvPr>
          <p:cNvSpPr/>
          <p:nvPr userDrawn="1"/>
        </p:nvSpPr>
        <p:spPr>
          <a:xfrm>
            <a:off x="-715216" y="4533885"/>
            <a:ext cx="274320" cy="274320"/>
          </a:xfrm>
          <a:prstGeom prst="rect">
            <a:avLst/>
          </a:prstGeom>
          <a:solidFill>
            <a:srgbClr val="63EB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/>
            <a:endParaRPr lang="en-GB" sz="8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754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5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00">
          <p15:clr>
            <a:srgbClr val="F26B43"/>
          </p15:clr>
        </p15:guide>
        <p15:guide id="6" orient="horz" pos="264">
          <p15:clr>
            <a:srgbClr val="F26B43"/>
          </p15:clr>
        </p15:guide>
        <p15:guide id="7" orient="horz" pos="370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69680017"/>
              </p:ext>
            </p:extLst>
          </p:nvPr>
        </p:nvGraphicFramePr>
        <p:xfrm>
          <a:off x="0" y="1"/>
          <a:ext cx="215979" cy="1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270" imgH="270" progId="TCLayout.ActiveDocument.1">
                  <p:embed/>
                </p:oleObj>
              </mc:Choice>
              <mc:Fallback>
                <p:oleObj name="think-cell Slide" r:id="rId70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0" y="1"/>
                        <a:ext cx="215979" cy="16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6"/>
            </p:custDataLst>
          </p:nvPr>
        </p:nvSpPr>
        <p:spPr bwMode="auto">
          <a:xfrm>
            <a:off x="0" y="1"/>
            <a:ext cx="215979" cy="161975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x-none" sz="2176" b="0" i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86EA34-9E8F-4C5F-B71C-3C738F2BC0D9}"/>
              </a:ext>
            </a:extLst>
          </p:cNvPr>
          <p:cNvPicPr>
            <a:picLocks noChangeAspect="1"/>
          </p:cNvPicPr>
          <p:nvPr userDrawn="1"/>
        </p:nvPicPr>
        <p:blipFill>
          <a:blip r:embed="rId7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34" name="Working Draft" hidden="1"/>
          <p:cNvSpPr txBox="1">
            <a:spLocks noChangeArrowheads="1"/>
          </p:cNvSpPr>
          <p:nvPr/>
        </p:nvSpPr>
        <p:spPr bwMode="auto">
          <a:xfrm rot="5400000">
            <a:off x="10971661" y="1980017"/>
            <a:ext cx="2250616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1">
              <a:defRPr lang="x-none"/>
            </a:pPr>
            <a:r>
              <a:rPr lang="en-US" sz="612" baseline="0" noProof="0">
                <a:solidFill>
                  <a:schemeClr val="accent6"/>
                </a:solidFill>
                <a:latin typeface="+mn-lt"/>
                <a:ea typeface="+mn-ea"/>
              </a:rPr>
              <a:t>Last Modified 2020/06/03 15:41 W. Central Africa Standard Time</a:t>
            </a:r>
          </a:p>
        </p:txBody>
      </p:sp>
      <p:sp>
        <p:nvSpPr>
          <p:cNvPr id="1035" name="Printed" hidden="1"/>
          <p:cNvSpPr txBox="1">
            <a:spLocks noChangeArrowheads="1"/>
          </p:cNvSpPr>
          <p:nvPr/>
        </p:nvSpPr>
        <p:spPr bwMode="auto">
          <a:xfrm rot="5400000">
            <a:off x="11972736" y="4197998"/>
            <a:ext cx="248466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1">
              <a:defRPr lang="x-none"/>
            </a:pPr>
            <a:r>
              <a:rPr lang="en-US" sz="612" baseline="0" noProof="0">
                <a:solidFill>
                  <a:schemeClr val="accent6"/>
                </a:solidFill>
                <a:latin typeface="+mn-lt"/>
                <a:ea typeface="+mn-ea"/>
              </a:rPr>
              <a:t>Printed</a:t>
            </a:r>
          </a:p>
        </p:txBody>
      </p:sp>
      <p:sp>
        <p:nvSpPr>
          <p:cNvPr id="19" name="Title"/>
          <p:cNvSpPr>
            <a:spLocks noGrp="1" noChangeArrowheads="1"/>
          </p:cNvSpPr>
          <p:nvPr>
            <p:ph type="title"/>
          </p:nvPr>
        </p:nvSpPr>
        <p:spPr bwMode="auto">
          <a:xfrm>
            <a:off x="233258" y="234866"/>
            <a:ext cx="117254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x-none" noProof="0"/>
          </a:p>
        </p:txBody>
      </p:sp>
      <p:sp>
        <p:nvSpPr>
          <p:cNvPr id="10" name="1. On-page tracker" hidden="1"/>
          <p:cNvSpPr>
            <a:spLocks noChangeArrowheads="1"/>
          </p:cNvSpPr>
          <p:nvPr userDrawn="1"/>
        </p:nvSpPr>
        <p:spPr bwMode="auto">
          <a:xfrm>
            <a:off x="233258" y="77303"/>
            <a:ext cx="490519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800" cap="all" baseline="0" noProof="0">
                <a:solidFill>
                  <a:schemeClr val="accent6"/>
                </a:solidFill>
                <a:latin typeface="+mn-lt"/>
                <a:ea typeface="+mn-ea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 userDrawn="1"/>
        </p:nvSpPr>
        <p:spPr bwMode="auto">
          <a:xfrm>
            <a:off x="233258" y="556168"/>
            <a:ext cx="1172548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 defTabSz="895350">
              <a:defRPr lang="x-none"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lang="x-none"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lang="x-none"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lang="x-none"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lang="x-none"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 lang="x-none"/>
            </a:pPr>
            <a:r>
              <a:rPr lang="en-US" sz="1600" baseline="0" noProof="0">
                <a:solidFill>
                  <a:schemeClr val="accent6"/>
                </a:solidFill>
                <a:latin typeface="+mn-lt"/>
                <a:ea typeface="+mn-ea"/>
              </a:rPr>
              <a:t>Subtitle</a:t>
            </a:r>
          </a:p>
        </p:txBody>
      </p:sp>
      <p:sp>
        <p:nvSpPr>
          <p:cNvPr id="13" name="4. Footnote" hidden="1"/>
          <p:cNvSpPr txBox="1">
            <a:spLocks noChangeArrowheads="1"/>
          </p:cNvSpPr>
          <p:nvPr/>
        </p:nvSpPr>
        <p:spPr bwMode="auto">
          <a:xfrm>
            <a:off x="233259" y="6467723"/>
            <a:ext cx="10518984" cy="12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noAutofit/>
          </a:bodyPr>
          <a:lstStyle>
            <a:lvl1pPr marL="104775" indent="-104775" defTabSz="895350">
              <a:defRPr lang="x-none" sz="2400">
                <a:solidFill>
                  <a:schemeClr val="tx1"/>
                </a:solidFill>
                <a:latin typeface="Arial" charset="0"/>
              </a:defRPr>
            </a:lvl1pPr>
            <a:lvl2pPr marL="1031875" defTabSz="895350">
              <a:defRPr lang="x-none" sz="2400">
                <a:solidFill>
                  <a:schemeClr val="tx1"/>
                </a:solidFill>
                <a:latin typeface="Arial" charset="0"/>
              </a:defRPr>
            </a:lvl2pPr>
            <a:lvl3pPr marL="1217613" defTabSz="895350">
              <a:defRPr lang="x-none" sz="2400">
                <a:solidFill>
                  <a:schemeClr val="tx1"/>
                </a:solidFill>
                <a:latin typeface="Arial" charset="0"/>
              </a:defRPr>
            </a:lvl3pPr>
            <a:lvl4pPr marL="1404938" defTabSz="895350">
              <a:defRPr lang="x-none"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lang="x-none"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84138" indent="-84138">
              <a:defRPr lang="x-none"/>
            </a:pPr>
            <a:r>
              <a:rPr lang="x-none" sz="800" baseline="0" noProof="0">
                <a:solidFill>
                  <a:schemeClr val="tx1"/>
                </a:solidFill>
                <a:latin typeface="+mn-lt"/>
                <a:ea typeface="+mn-ea"/>
              </a:rPr>
              <a:t>1 Footnote</a:t>
            </a:r>
          </a:p>
        </p:txBody>
      </p:sp>
      <p:sp>
        <p:nvSpPr>
          <p:cNvPr id="14" name="5. Source" hidden="1"/>
          <p:cNvSpPr>
            <a:spLocks noChangeArrowheads="1"/>
          </p:cNvSpPr>
          <p:nvPr/>
        </p:nvSpPr>
        <p:spPr bwMode="auto">
          <a:xfrm>
            <a:off x="233259" y="6641330"/>
            <a:ext cx="10518984" cy="12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noAutofit/>
          </a:bodyPr>
          <a:lstStyle/>
          <a:p>
            <a:pPr marL="519113" indent="-519113" defTabSz="1218026">
              <a:tabLst/>
            </a:pPr>
            <a:r>
              <a:rPr lang="x-none" sz="800" baseline="0" noProof="0">
                <a:solidFill>
                  <a:schemeClr val="tx1"/>
                </a:solidFill>
                <a:latin typeface="+mn-lt"/>
                <a:ea typeface="+mn-ea"/>
              </a:rPr>
              <a:t>SOURCE : Source</a:t>
            </a:r>
            <a:endParaRPr lang="en-US" sz="800" baseline="0" noProof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Rectangle 286"/>
          <p:cNvSpPr>
            <a:spLocks noGrp="1"/>
          </p:cNvSpPr>
          <p:nvPr userDrawn="1">
            <p:ph type="body" idx="1"/>
          </p:nvPr>
        </p:nvSpPr>
        <p:spPr bwMode="auto">
          <a:xfrm>
            <a:off x="2371623" y="2486508"/>
            <a:ext cx="5801188" cy="12311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latinLnBrk="0"/>
            <a:r>
              <a:rPr lang="en-US"/>
              <a:t>Edit Master text styles</a:t>
            </a:r>
          </a:p>
          <a:p>
            <a:pPr lvl="1" latinLnBrk="0"/>
            <a:r>
              <a:rPr lang="en-US"/>
              <a:t>Second level</a:t>
            </a:r>
          </a:p>
          <a:p>
            <a:pPr lvl="2" latinLnBrk="0"/>
            <a:r>
              <a:rPr lang="en-US"/>
              <a:t>Third level</a:t>
            </a:r>
          </a:p>
          <a:p>
            <a:pPr lvl="3" latinLnBrk="0"/>
            <a:r>
              <a:rPr lang="en-US"/>
              <a:t>Fourth level</a:t>
            </a:r>
          </a:p>
          <a:p>
            <a:pPr lvl="4" latinLnBrk="0"/>
            <a:r>
              <a:rPr lang="en-US"/>
              <a:t>Fifth level</a:t>
            </a:r>
          </a:p>
        </p:txBody>
      </p:sp>
      <p:grpSp>
        <p:nvGrpSpPr>
          <p:cNvPr id="15" name="ACET" hidden="1"/>
          <p:cNvGrpSpPr>
            <a:grpSpLocks/>
          </p:cNvGrpSpPr>
          <p:nvPr userDrawn="1"/>
        </p:nvGrpSpPr>
        <p:grpSpPr bwMode="auto">
          <a:xfrm>
            <a:off x="2371623" y="1915581"/>
            <a:ext cx="5801188" cy="510221"/>
            <a:chOff x="915" y="715"/>
            <a:chExt cx="2686" cy="315"/>
          </a:xfrm>
        </p:grpSpPr>
        <p:cxnSp>
          <p:nvCxnSpPr>
            <p:cNvPr id="16" name="AutoShape 249"/>
            <p:cNvCxnSpPr>
              <a:cxnSpLocks noChangeShapeType="1"/>
              <a:stCxn id="18" idx="4"/>
              <a:endCxn id="18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AutoShape 250"/>
            <p:cNvSpPr>
              <a:spLocks noChangeArrowheads="1"/>
            </p:cNvSpPr>
            <p:nvPr/>
          </p:nvSpPr>
          <p:spPr bwMode="auto">
            <a:xfrm>
              <a:off x="915" y="715"/>
              <a:ext cx="2686" cy="315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x-none" sz="1600" b="1" baseline="0" noProof="0">
                  <a:latin typeface="+mn-lt"/>
                  <a:ea typeface="+mn-ea"/>
                </a:rPr>
                <a:t>Title</a:t>
              </a:r>
            </a:p>
            <a:p>
              <a:r>
                <a:rPr lang="x-none" sz="1600" baseline="0" noProof="0">
                  <a:solidFill>
                    <a:schemeClr val="accent6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sp>
        <p:nvSpPr>
          <p:cNvPr id="61" name="Slide Number"/>
          <p:cNvSpPr txBox="1">
            <a:spLocks/>
          </p:cNvSpPr>
          <p:nvPr userDrawn="1"/>
        </p:nvSpPr>
        <p:spPr bwMode="auto">
          <a:xfrm>
            <a:off x="11833708" y="6641718"/>
            <a:ext cx="125034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lvl="0" algn="r"/>
            <a:fld id="{42C328C1-A84F-4A39-A664-DBA00541A8C6}" type="slidenum">
              <a:rPr lang="en-US" sz="800" baseline="0" smtClean="0">
                <a:solidFill>
                  <a:schemeClr val="tx1"/>
                </a:solidFill>
              </a:rPr>
              <a:pPr lvl="0" algn="r"/>
              <a:t>‹#›</a:t>
            </a:fld>
            <a:endParaRPr lang="en-US" sz="800" baseline="0">
              <a:solidFill>
                <a:schemeClr val="tx1"/>
              </a:solidFill>
            </a:endParaRPr>
          </a:p>
        </p:txBody>
      </p:sp>
      <p:grpSp>
        <p:nvGrpSpPr>
          <p:cNvPr id="59" name="LegendBoxes" hidden="1"/>
          <p:cNvGrpSpPr>
            <a:grpSpLocks/>
          </p:cNvGrpSpPr>
          <p:nvPr userDrawn="1"/>
        </p:nvGrpSpPr>
        <p:grpSpPr bwMode="auto">
          <a:xfrm>
            <a:off x="11195154" y="285195"/>
            <a:ext cx="763588" cy="996951"/>
            <a:chOff x="4936" y="176"/>
            <a:chExt cx="481" cy="628"/>
          </a:xfrm>
        </p:grpSpPr>
        <p:sp>
          <p:nvSpPr>
            <p:cNvPr id="102" name="Legend1"/>
            <p:cNvSpPr>
              <a:spLocks noChangeArrowheads="1"/>
            </p:cNvSpPr>
            <p:nvPr/>
          </p:nvSpPr>
          <p:spPr bwMode="auto">
            <a:xfrm>
              <a:off x="5096" y="176"/>
              <a:ext cx="321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103" name="LegendRectangle1"/>
            <p:cNvSpPr>
              <a:spLocks noChangeArrowheads="1"/>
            </p:cNvSpPr>
            <p:nvPr/>
          </p:nvSpPr>
          <p:spPr bwMode="auto">
            <a:xfrm>
              <a:off x="4936" y="183"/>
              <a:ext cx="104" cy="101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+mn-lt"/>
              </a:endParaRPr>
            </a:p>
          </p:txBody>
        </p:sp>
        <p:sp>
          <p:nvSpPr>
            <p:cNvPr id="104" name="Legend2"/>
            <p:cNvSpPr>
              <a:spLocks noChangeArrowheads="1"/>
            </p:cNvSpPr>
            <p:nvPr/>
          </p:nvSpPr>
          <p:spPr bwMode="auto">
            <a:xfrm>
              <a:off x="5096" y="346"/>
              <a:ext cx="321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105" name="LegendRectangle2"/>
            <p:cNvSpPr>
              <a:spLocks noChangeArrowheads="1"/>
            </p:cNvSpPr>
            <p:nvPr/>
          </p:nvSpPr>
          <p:spPr bwMode="auto">
            <a:xfrm>
              <a:off x="4936" y="353"/>
              <a:ext cx="104" cy="101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+mn-lt"/>
              </a:endParaRPr>
            </a:p>
          </p:txBody>
        </p:sp>
        <p:sp>
          <p:nvSpPr>
            <p:cNvPr id="106" name="Legend3"/>
            <p:cNvSpPr>
              <a:spLocks noChangeArrowheads="1"/>
            </p:cNvSpPr>
            <p:nvPr/>
          </p:nvSpPr>
          <p:spPr bwMode="auto">
            <a:xfrm>
              <a:off x="5096" y="517"/>
              <a:ext cx="321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107" name="LegendRectangle3"/>
            <p:cNvSpPr>
              <a:spLocks noChangeArrowheads="1"/>
            </p:cNvSpPr>
            <p:nvPr/>
          </p:nvSpPr>
          <p:spPr bwMode="auto">
            <a:xfrm>
              <a:off x="4936" y="524"/>
              <a:ext cx="104" cy="101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+mn-lt"/>
              </a:endParaRPr>
            </a:p>
          </p:txBody>
        </p:sp>
        <p:sp>
          <p:nvSpPr>
            <p:cNvPr id="108" name="Legend4"/>
            <p:cNvSpPr>
              <a:spLocks noChangeArrowheads="1"/>
            </p:cNvSpPr>
            <p:nvPr/>
          </p:nvSpPr>
          <p:spPr bwMode="auto">
            <a:xfrm>
              <a:off x="5096" y="688"/>
              <a:ext cx="321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109" name="LegendRectangle4"/>
            <p:cNvSpPr>
              <a:spLocks noChangeArrowheads="1"/>
            </p:cNvSpPr>
            <p:nvPr/>
          </p:nvSpPr>
          <p:spPr bwMode="auto">
            <a:xfrm>
              <a:off x="4936" y="695"/>
              <a:ext cx="104" cy="101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+mn-lt"/>
              </a:endParaRPr>
            </a:p>
          </p:txBody>
        </p:sp>
      </p:grpSp>
      <p:grpSp>
        <p:nvGrpSpPr>
          <p:cNvPr id="110" name="LegendLines" hidden="1"/>
          <p:cNvGrpSpPr>
            <a:grpSpLocks/>
          </p:cNvGrpSpPr>
          <p:nvPr userDrawn="1"/>
        </p:nvGrpSpPr>
        <p:grpSpPr bwMode="auto">
          <a:xfrm>
            <a:off x="10887179" y="285195"/>
            <a:ext cx="1071563" cy="730251"/>
            <a:chOff x="4750" y="176"/>
            <a:chExt cx="675" cy="460"/>
          </a:xfrm>
        </p:grpSpPr>
        <p:sp>
          <p:nvSpPr>
            <p:cNvPr id="111" name="LineLegend1"/>
            <p:cNvSpPr>
              <a:spLocks noChangeShapeType="1"/>
            </p:cNvSpPr>
            <p:nvPr/>
          </p:nvSpPr>
          <p:spPr bwMode="auto">
            <a:xfrm>
              <a:off x="4750" y="233"/>
              <a:ext cx="28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+mn-lt"/>
              </a:endParaRPr>
            </a:p>
          </p:txBody>
        </p:sp>
        <p:sp>
          <p:nvSpPr>
            <p:cNvPr id="112" name="LineLegend2"/>
            <p:cNvSpPr>
              <a:spLocks noChangeShapeType="1"/>
            </p:cNvSpPr>
            <p:nvPr/>
          </p:nvSpPr>
          <p:spPr bwMode="auto">
            <a:xfrm>
              <a:off x="4750" y="402"/>
              <a:ext cx="28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+mn-lt"/>
              </a:endParaRPr>
            </a:p>
          </p:txBody>
        </p:sp>
        <p:sp>
          <p:nvSpPr>
            <p:cNvPr id="113" name="LineLegend3"/>
            <p:cNvSpPr>
              <a:spLocks noChangeShapeType="1"/>
            </p:cNvSpPr>
            <p:nvPr/>
          </p:nvSpPr>
          <p:spPr bwMode="auto">
            <a:xfrm>
              <a:off x="4750" y="577"/>
              <a:ext cx="28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00">
                <a:latin typeface="+mn-lt"/>
              </a:endParaRPr>
            </a:p>
          </p:txBody>
        </p:sp>
        <p:sp>
          <p:nvSpPr>
            <p:cNvPr id="114" name="Legend1"/>
            <p:cNvSpPr>
              <a:spLocks noChangeArrowheads="1"/>
            </p:cNvSpPr>
            <p:nvPr/>
          </p:nvSpPr>
          <p:spPr bwMode="auto">
            <a:xfrm>
              <a:off x="5104" y="176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115" name="Legend2"/>
            <p:cNvSpPr>
              <a:spLocks noChangeArrowheads="1"/>
            </p:cNvSpPr>
            <p:nvPr/>
          </p:nvSpPr>
          <p:spPr bwMode="auto">
            <a:xfrm>
              <a:off x="5104" y="344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116" name="Legend3"/>
            <p:cNvSpPr>
              <a:spLocks noChangeArrowheads="1"/>
            </p:cNvSpPr>
            <p:nvPr/>
          </p:nvSpPr>
          <p:spPr bwMode="auto">
            <a:xfrm>
              <a:off x="5104" y="520"/>
              <a:ext cx="32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</p:grpSp>
      <p:grpSp>
        <p:nvGrpSpPr>
          <p:cNvPr id="117" name="Sticker" hidden="1"/>
          <p:cNvGrpSpPr/>
          <p:nvPr userDrawn="1"/>
        </p:nvGrpSpPr>
        <p:grpSpPr bwMode="auto">
          <a:xfrm>
            <a:off x="11233736" y="313349"/>
            <a:ext cx="725006" cy="150811"/>
            <a:chOff x="8015769" y="285750"/>
            <a:chExt cx="725006" cy="150811"/>
          </a:xfrm>
        </p:grpSpPr>
        <p:sp>
          <p:nvSpPr>
            <p:cNvPr id="118" name="StickerRectangle"/>
            <p:cNvSpPr>
              <a:spLocks noChangeArrowheads="1"/>
            </p:cNvSpPr>
            <p:nvPr/>
          </p:nvSpPr>
          <p:spPr bwMode="auto">
            <a:xfrm>
              <a:off x="8015769" y="285750"/>
              <a:ext cx="725006" cy="150811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895350">
                <a:buClr>
                  <a:schemeClr val="tx2"/>
                </a:buClr>
              </a:pPr>
              <a:r>
                <a:rPr lang="en-US" sz="800" baseline="0">
                  <a:solidFill>
                    <a:srgbClr val="808080"/>
                  </a:solidFill>
                  <a:latin typeface="+mn-lt"/>
                </a:rPr>
                <a:t>PRELIMINARY</a:t>
              </a:r>
            </a:p>
          </p:txBody>
        </p:sp>
        <p:cxnSp>
          <p:nvCxnSpPr>
            <p:cNvPr id="119" name="AutoShape 31"/>
            <p:cNvCxnSpPr>
              <a:cxnSpLocks noChangeShapeType="1"/>
              <a:stCxn id="118" idx="2"/>
              <a:endCxn id="118" idx="4"/>
            </p:cNvCxnSpPr>
            <p:nvPr/>
          </p:nvCxnSpPr>
          <p:spPr bwMode="auto">
            <a:xfrm>
              <a:off x="8015769" y="285750"/>
              <a:ext cx="0" cy="150811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AutoShape 32"/>
            <p:cNvCxnSpPr>
              <a:cxnSpLocks noChangeShapeType="1"/>
              <a:stCxn id="118" idx="4"/>
              <a:endCxn id="118" idx="6"/>
            </p:cNvCxnSpPr>
            <p:nvPr/>
          </p:nvCxnSpPr>
          <p:spPr bwMode="auto">
            <a:xfrm>
              <a:off x="8015769" y="436561"/>
              <a:ext cx="725006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1" name="LegendMoons" hidden="1"/>
          <p:cNvGrpSpPr/>
          <p:nvPr userDrawn="1"/>
        </p:nvGrpSpPr>
        <p:grpSpPr bwMode="auto">
          <a:xfrm>
            <a:off x="11128312" y="285195"/>
            <a:ext cx="830430" cy="1306516"/>
            <a:chOff x="6655594" y="273840"/>
            <a:chExt cx="830430" cy="1306516"/>
          </a:xfrm>
        </p:grpSpPr>
        <p:grpSp>
          <p:nvGrpSpPr>
            <p:cNvPr id="122" name="MoonLegend1"/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 bwMode="auto">
            <a:xfrm>
              <a:off x="6655594" y="273840"/>
              <a:ext cx="209550" cy="209551"/>
              <a:chOff x="4533" y="183"/>
              <a:chExt cx="144" cy="144"/>
            </a:xfrm>
          </p:grpSpPr>
          <p:sp>
            <p:nvSpPr>
              <p:cNvPr id="140" name="Oval 38"/>
              <p:cNvSpPr>
                <a:spLocks noChangeAspect="1" noChangeArrowheads="1"/>
              </p:cNvSpPr>
              <p:nvPr>
                <p:custDataLst>
                  <p:tags r:id="rId68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  <p:sp>
            <p:nvSpPr>
              <p:cNvPr id="141" name="Arc 39"/>
              <p:cNvSpPr>
                <a:spLocks noChangeAspect="1"/>
              </p:cNvSpPr>
              <p:nvPr>
                <p:custDataLst>
                  <p:tags r:id="rId69"/>
                </p:custDataLst>
              </p:nvPr>
            </p:nvSpPr>
            <p:spPr bwMode="auto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</p:grpSp>
        <p:grpSp>
          <p:nvGrpSpPr>
            <p:cNvPr id="123" name="MoonLegend2"/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 bwMode="auto">
            <a:xfrm>
              <a:off x="6655594" y="548081"/>
              <a:ext cx="209550" cy="209551"/>
              <a:chOff x="1694" y="2044"/>
              <a:chExt cx="160" cy="160"/>
            </a:xfrm>
          </p:grpSpPr>
          <p:sp>
            <p:nvSpPr>
              <p:cNvPr id="138" name="Oval 41"/>
              <p:cNvSpPr>
                <a:spLocks noChangeAspect="1" noChangeArrowheads="1"/>
              </p:cNvSpPr>
              <p:nvPr>
                <p:custDataLst>
                  <p:tags r:id="rId66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  <p:sp>
            <p:nvSpPr>
              <p:cNvPr id="139" name="Arc 42"/>
              <p:cNvSpPr>
                <a:spLocks noChangeAspect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</p:grpSp>
        <p:grpSp>
          <p:nvGrpSpPr>
            <p:cNvPr id="124" name="MoonLegend4"/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 bwMode="auto">
            <a:xfrm>
              <a:off x="6655594" y="1096563"/>
              <a:ext cx="209550" cy="209551"/>
              <a:chOff x="4495" y="1198"/>
              <a:chExt cx="160" cy="160"/>
            </a:xfrm>
          </p:grpSpPr>
          <p:sp>
            <p:nvSpPr>
              <p:cNvPr id="136" name="Oval 47"/>
              <p:cNvSpPr>
                <a:spLocks noChangeAspect="1"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  <p:sp>
            <p:nvSpPr>
              <p:cNvPr id="137" name="Arc 48"/>
              <p:cNvSpPr>
                <a:spLocks noChangeAspect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</p:grpSp>
        <p:grpSp>
          <p:nvGrpSpPr>
            <p:cNvPr id="125" name="MoonLegend5"/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 bwMode="auto">
            <a:xfrm>
              <a:off x="6655594" y="1370805"/>
              <a:ext cx="209550" cy="209551"/>
              <a:chOff x="4495" y="1440"/>
              <a:chExt cx="160" cy="160"/>
            </a:xfrm>
          </p:grpSpPr>
          <p:sp>
            <p:nvSpPr>
              <p:cNvPr id="134" name="Oval 50"/>
              <p:cNvSpPr>
                <a:spLocks noChangeAspect="1"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  <p:sp>
            <p:nvSpPr>
              <p:cNvPr id="135" name="Oval 51"/>
              <p:cNvSpPr>
                <a:spLocks noChangeAspect="1"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</p:grpSp>
        <p:sp>
          <p:nvSpPr>
            <p:cNvPr id="126" name="Legend1"/>
            <p:cNvSpPr>
              <a:spLocks noChangeArrowheads="1"/>
            </p:cNvSpPr>
            <p:nvPr/>
          </p:nvSpPr>
          <p:spPr bwMode="auto">
            <a:xfrm>
              <a:off x="6976269" y="286540"/>
              <a:ext cx="509755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127" name="Legend2"/>
            <p:cNvSpPr>
              <a:spLocks noChangeArrowheads="1"/>
            </p:cNvSpPr>
            <p:nvPr/>
          </p:nvSpPr>
          <p:spPr bwMode="auto">
            <a:xfrm>
              <a:off x="6976269" y="561178"/>
              <a:ext cx="509755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128" name="Legend3"/>
            <p:cNvSpPr>
              <a:spLocks noChangeArrowheads="1"/>
            </p:cNvSpPr>
            <p:nvPr/>
          </p:nvSpPr>
          <p:spPr bwMode="auto">
            <a:xfrm>
              <a:off x="6976269" y="835817"/>
              <a:ext cx="509755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129" name="Legend4"/>
            <p:cNvSpPr>
              <a:spLocks noChangeArrowheads="1"/>
            </p:cNvSpPr>
            <p:nvPr/>
          </p:nvSpPr>
          <p:spPr bwMode="auto">
            <a:xfrm>
              <a:off x="6976269" y="1107280"/>
              <a:ext cx="509755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sp>
          <p:nvSpPr>
            <p:cNvPr id="130" name="Legend5"/>
            <p:cNvSpPr>
              <a:spLocks noChangeArrowheads="1"/>
            </p:cNvSpPr>
            <p:nvPr/>
          </p:nvSpPr>
          <p:spPr bwMode="auto">
            <a:xfrm>
              <a:off x="6976269" y="1383505"/>
              <a:ext cx="509755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895350">
                <a:buClr>
                  <a:schemeClr val="tx2"/>
                </a:buClr>
              </a:pPr>
              <a:r>
                <a:rPr lang="en-US" sz="1200">
                  <a:latin typeface="+mn-lt"/>
                </a:rPr>
                <a:t>Legend</a:t>
              </a:r>
            </a:p>
          </p:txBody>
        </p:sp>
        <p:grpSp>
          <p:nvGrpSpPr>
            <p:cNvPr id="131" name="MoonLegend3"/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 bwMode="auto">
            <a:xfrm>
              <a:off x="6655594" y="822322"/>
              <a:ext cx="209550" cy="209551"/>
              <a:chOff x="4495" y="1198"/>
              <a:chExt cx="160" cy="160"/>
            </a:xfrm>
          </p:grpSpPr>
          <p:sp>
            <p:nvSpPr>
              <p:cNvPr id="132" name="Oval 47"/>
              <p:cNvSpPr>
                <a:spLocks noChangeAspect="1"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3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  <p:sp>
            <p:nvSpPr>
              <p:cNvPr id="133" name="Arc 48"/>
              <p:cNvSpPr>
                <a:spLocks noChangeAspect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+mn-lt"/>
                </a:endParaRPr>
              </a:p>
            </p:txBody>
          </p:sp>
        </p:grpSp>
      </p:grpSp>
      <p:sp>
        <p:nvSpPr>
          <p:cNvPr id="64" name="Oval" hidden="1">
            <a:extLst>
              <a:ext uri="{FF2B5EF4-FFF2-40B4-BE49-F238E27FC236}">
                <a16:creationId xmlns:a16="http://schemas.microsoft.com/office/drawing/2014/main" id="{B301B14A-FE14-414F-AD40-DA681133868A}"/>
              </a:ext>
            </a:extLst>
          </p:cNvPr>
          <p:cNvSpPr txBox="1">
            <a:spLocks noChangeAspect="1"/>
          </p:cNvSpPr>
          <p:nvPr userDrawn="1">
            <p:custDataLst>
              <p:tags r:id="rId7"/>
            </p:custDataLst>
          </p:nvPr>
        </p:nvSpPr>
        <p:spPr>
          <a:xfrm>
            <a:off x="1828800" y="4699000"/>
            <a:ext cx="1524000" cy="15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3810" tIns="0" rIns="3810" bIns="0" rtlCol="0" anchor="ctr" anchorCtr="1">
            <a:noAutofit/>
          </a:bodyPr>
          <a:lstStyle>
            <a:lvl1pPr marL="0" lvl="0" indent="0" defTabSz="1218026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192024" lvl="1" indent="-192024" defTabSz="1218026" eaLnBrk="1" latinLnBrk="0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lang="x-none" sz="1600" baseline="0">
                <a:latin typeface="+mn-lt"/>
              </a:defRPr>
            </a:lvl2pPr>
            <a:lvl3pPr marL="457200" lvl="2" indent="-265176" defTabSz="1218026" eaLnBrk="1" latinLnBrk="0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lang="x-none" sz="1600" baseline="0">
                <a:latin typeface="+mn-lt"/>
              </a:defRPr>
            </a:lvl3pPr>
            <a:lvl4pPr marL="612648" lvl="3" indent="-155448" defTabSz="1218026" eaLnBrk="1" latinLnBrk="0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lang="x-none" sz="1600" baseline="0">
                <a:latin typeface="+mn-lt"/>
              </a:defRPr>
            </a:lvl4pPr>
            <a:lvl5pPr marL="749808" lvl="4" indent="-128016" defTabSz="1218026" eaLnBrk="1" latinLnBrk="0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lang="x-none" sz="1600" baseline="0">
                <a:latin typeface="+mn-lt"/>
              </a:defRPr>
            </a:lvl5pPr>
            <a:lvl6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6pPr>
            <a:lvl7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7pPr>
            <a:lvl8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8pPr>
            <a:lvl9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9pPr>
          </a:lstStyle>
          <a:p>
            <a:pPr algn="ctr">
              <a:buClr>
                <a:schemeClr val="bg1"/>
              </a:buClr>
            </a:pPr>
            <a:r>
              <a:rPr lang="en-US">
                <a:solidFill>
                  <a:schemeClr val="bg1"/>
                </a:solidFill>
              </a:rPr>
              <a:t>Text</a:t>
            </a:r>
          </a:p>
        </p:txBody>
      </p:sp>
      <p:grpSp>
        <p:nvGrpSpPr>
          <p:cNvPr id="89" name="TitleBox" hidden="1">
            <a:extLst>
              <a:ext uri="{FF2B5EF4-FFF2-40B4-BE49-F238E27FC236}">
                <a16:creationId xmlns:a16="http://schemas.microsoft.com/office/drawing/2014/main" id="{4D753342-28E1-43BF-8685-A5E39A6B82B0}"/>
              </a:ext>
            </a:extLst>
          </p:cNvPr>
          <p:cNvGrpSpPr>
            <a:grpSpLocks noChangeAspect="1"/>
          </p:cNvGrpSpPr>
          <p:nvPr userDrawn="1">
            <p:custDataLst>
              <p:tags r:id="rId8"/>
            </p:custDataLst>
          </p:nvPr>
        </p:nvGrpSpPr>
        <p:grpSpPr>
          <a:xfrm>
            <a:off x="1821171" y="1073150"/>
            <a:ext cx="3962400" cy="4711700"/>
            <a:chOff x="254000" y="1143000"/>
            <a:chExt cx="3962400" cy="471170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882947A-168B-4BBD-B760-603477D3DCC1}"/>
                </a:ext>
              </a:extLst>
            </p:cNvPr>
            <p:cNvSpPr/>
            <p:nvPr/>
          </p:nvSpPr>
          <p:spPr>
            <a:xfrm>
              <a:off x="254000" y="1143000"/>
              <a:ext cx="3962400" cy="47117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>
                <a:solidFill>
                  <a:schemeClr val="tx1"/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F30E906-425D-4BA9-A954-59DAD1F0EA37}"/>
                </a:ext>
              </a:extLst>
            </p:cNvPr>
            <p:cNvSpPr txBox="1"/>
            <p:nvPr/>
          </p:nvSpPr>
          <p:spPr>
            <a:xfrm>
              <a:off x="254000" y="1143000"/>
              <a:ext cx="3962400" cy="3693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  <p:txBody>
            <a:bodyPr vert="horz" lIns="76200" tIns="76200" rIns="76200" bIns="76200" rtlCol="0">
              <a:spAutoFit/>
            </a:bodyPr>
            <a:lstStyle>
              <a:lvl1pPr marL="0" lvl="0" indent="0" defTabSz="895350" eaLnBrk="1" latinLnBrk="0" hangingPunct="1">
                <a:buClr>
                  <a:schemeClr val="tx2"/>
                </a:buClr>
                <a:buSzPct val="100000"/>
                <a:defRPr sz="1400" baseline="0">
                  <a:latin typeface="+mn-lt"/>
                </a:defRPr>
              </a:lvl1pPr>
              <a:lvl2pPr marL="193675" lvl="1" indent="-192088" defTabSz="895350" eaLnBrk="1" latinLnBrk="0" hangingPunct="1">
                <a:buClr>
                  <a:schemeClr val="tx2"/>
                </a:buClr>
                <a:buSzPct val="125000"/>
                <a:buFont typeface="Arial" charset="0"/>
                <a:buChar char="▪"/>
                <a:defRPr sz="1400" baseline="0">
                  <a:latin typeface="+mn-lt"/>
                </a:defRPr>
              </a:lvl2pPr>
              <a:lvl3pPr marL="457200" lvl="2" indent="-261938" defTabSz="895350" eaLnBrk="1" latinLnBrk="0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sz="1400" baseline="0">
                  <a:latin typeface="+mn-lt"/>
                </a:defRPr>
              </a:lvl3pPr>
              <a:lvl4pPr marL="614363" lvl="3" indent="-155575" defTabSz="895350" eaLnBrk="1" latinLnBrk="0" hangingPunct="1">
                <a:buClr>
                  <a:schemeClr val="tx2"/>
                </a:buClr>
                <a:buSzPct val="120000"/>
                <a:buFont typeface="Arial" charset="0"/>
                <a:buChar char="▫"/>
                <a:defRPr sz="1400" baseline="0">
                  <a:latin typeface="+mn-lt"/>
                </a:defRPr>
              </a:lvl4pPr>
              <a:lvl5pPr marL="749808" lvl="4" indent="-130175" defTabSz="895350" eaLnBrk="1" latinLnBrk="0" hangingPunct="1">
                <a:buClr>
                  <a:schemeClr val="tx2"/>
                </a:buClr>
                <a:buSzPct val="89000"/>
                <a:buFont typeface="Arial" charset="0"/>
                <a:buChar char="-"/>
                <a:defRPr sz="1400" baseline="0">
                  <a:latin typeface="+mn-lt"/>
                </a:defRPr>
              </a:lvl5pPr>
              <a:lvl6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6pPr>
              <a:lvl7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7pPr>
              <a:lvl8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8pPr>
              <a:lvl9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9pPr>
            </a:lstStyle>
            <a:p>
              <a:r>
                <a:rPr lang="en-US" b="1">
                  <a:solidFill>
                    <a:schemeClr val="lt1"/>
                  </a:solidFill>
                </a:rPr>
                <a:t>Heading</a:t>
              </a:r>
            </a:p>
          </p:txBody>
        </p:sp>
      </p:grpSp>
      <p:sp>
        <p:nvSpPr>
          <p:cNvPr id="60" name="Body3" hidden="1">
            <a:extLst>
              <a:ext uri="{FF2B5EF4-FFF2-40B4-BE49-F238E27FC236}">
                <a16:creationId xmlns:a16="http://schemas.microsoft.com/office/drawing/2014/main" id="{B426E863-A2A2-4307-AFE6-2C1C1E1D1E8C}"/>
              </a:ext>
            </a:extLst>
          </p:cNvPr>
          <p:cNvSpPr txBox="1">
            <a:spLocks noChangeAspect="1"/>
          </p:cNvSpPr>
          <p:nvPr userDrawn="1">
            <p:custDataLst>
              <p:tags r:id="rId9"/>
            </p:custDataLst>
          </p:nvPr>
        </p:nvSpPr>
        <p:spPr>
          <a:xfrm>
            <a:off x="558800" y="1257300"/>
            <a:ext cx="1524000" cy="1524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vert="horz" wrap="square" lIns="76200" tIns="76200" rIns="76200" bIns="76200" rtlCol="0" anchor="ctr">
            <a:noAutofit/>
          </a:bodyPr>
          <a:lstStyle>
            <a:lvl1pPr marL="0" lvl="0" indent="0" defTabSz="1218026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192024" lvl="1" indent="-192024" defTabSz="1218026" eaLnBrk="1" latinLnBrk="0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lang="x-none" sz="1600" baseline="0">
                <a:latin typeface="+mn-lt"/>
              </a:defRPr>
            </a:lvl2pPr>
            <a:lvl3pPr marL="457200" lvl="2" indent="-265176" defTabSz="1218026" eaLnBrk="1" latinLnBrk="0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lang="x-none" sz="1600" baseline="0">
                <a:latin typeface="+mn-lt"/>
              </a:defRPr>
            </a:lvl3pPr>
            <a:lvl4pPr marL="612648" lvl="3" indent="-155448" defTabSz="1218026" eaLnBrk="1" latinLnBrk="0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lang="x-none" sz="1600" baseline="0">
                <a:latin typeface="+mn-lt"/>
              </a:defRPr>
            </a:lvl4pPr>
            <a:lvl5pPr marL="749808" lvl="4" indent="-128016" defTabSz="1218026" eaLnBrk="1" latinLnBrk="0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lang="x-none" sz="1600" baseline="0">
                <a:latin typeface="+mn-lt"/>
              </a:defRPr>
            </a:lvl5pPr>
            <a:lvl6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6pPr>
            <a:lvl7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7pPr>
            <a:lvl8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8pPr>
            <a:lvl9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9pPr>
          </a:lstStyle>
          <a:p>
            <a:pPr>
              <a:buClr>
                <a:schemeClr val="bg1"/>
              </a:buClr>
            </a:pPr>
            <a:r>
              <a:rPr lang="en-US" sz="140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62" name="BulletRectangle3" hidden="1">
            <a:extLst>
              <a:ext uri="{FF2B5EF4-FFF2-40B4-BE49-F238E27FC236}">
                <a16:creationId xmlns:a16="http://schemas.microsoft.com/office/drawing/2014/main" id="{272B44F2-6867-40EC-8CE4-F5AF7D39687E}"/>
              </a:ext>
            </a:extLst>
          </p:cNvPr>
          <p:cNvSpPr txBox="1">
            <a:spLocks noChangeAspect="1"/>
          </p:cNvSpPr>
          <p:nvPr userDrawn="1">
            <p:custDataLst>
              <p:tags r:id="rId10"/>
            </p:custDataLst>
          </p:nvPr>
        </p:nvSpPr>
        <p:spPr>
          <a:xfrm>
            <a:off x="558800" y="3035300"/>
            <a:ext cx="1524000" cy="1524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vert="horz" wrap="square" lIns="72009" tIns="72009" rIns="72009" bIns="72009" rtlCol="0" anchor="ctr">
            <a:noAutofit/>
          </a:bodyPr>
          <a:lstStyle>
            <a:lvl1pPr marL="0" lvl="0" indent="0" defTabSz="1218026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192024" lvl="1" indent="-192024" defTabSz="1218026" eaLnBrk="1" latinLnBrk="0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lang="x-none" sz="1600" baseline="0">
                <a:latin typeface="+mn-lt"/>
              </a:defRPr>
            </a:lvl2pPr>
            <a:lvl3pPr marL="457200" lvl="2" indent="-265176" defTabSz="1218026" eaLnBrk="1" latinLnBrk="0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lang="x-none" sz="1600" baseline="0">
                <a:latin typeface="+mn-lt"/>
              </a:defRPr>
            </a:lvl3pPr>
            <a:lvl4pPr marL="612648" lvl="3" indent="-155448" defTabSz="1218026" eaLnBrk="1" latinLnBrk="0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lang="x-none" sz="1600" baseline="0">
                <a:latin typeface="+mn-lt"/>
              </a:defRPr>
            </a:lvl4pPr>
            <a:lvl5pPr marL="749808" lvl="4" indent="-128016" defTabSz="1218026" eaLnBrk="1" latinLnBrk="0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lang="x-none" sz="1600" baseline="0">
                <a:latin typeface="+mn-lt"/>
              </a:defRPr>
            </a:lvl5pPr>
            <a:lvl6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6pPr>
            <a:lvl7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7pPr>
            <a:lvl8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8pPr>
            <a:lvl9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9pPr>
          </a:lstStyle>
          <a:p>
            <a:pPr lvl="1">
              <a:buClr>
                <a:schemeClr val="bg1"/>
              </a:buClr>
            </a:pPr>
            <a:r>
              <a:rPr lang="en-US" sz="1400">
                <a:solidFill>
                  <a:schemeClr val="bg1"/>
                </a:solidFill>
              </a:rPr>
              <a:t>Bullet</a:t>
            </a:r>
          </a:p>
          <a:p>
            <a:pPr lvl="1">
              <a:buClr>
                <a:schemeClr val="bg1"/>
              </a:buClr>
            </a:pPr>
            <a:r>
              <a:rPr lang="en-US" sz="1400">
                <a:solidFill>
                  <a:schemeClr val="bg1"/>
                </a:solidFill>
              </a:rPr>
              <a:t>Bullet</a:t>
            </a:r>
          </a:p>
        </p:txBody>
      </p:sp>
      <p:sp>
        <p:nvSpPr>
          <p:cNvPr id="63" name="RowHeader1" hidden="1">
            <a:extLst>
              <a:ext uri="{FF2B5EF4-FFF2-40B4-BE49-F238E27FC236}">
                <a16:creationId xmlns:a16="http://schemas.microsoft.com/office/drawing/2014/main" id="{7856DC56-15C0-4E59-A009-1CCD81BAFF15}"/>
              </a:ext>
            </a:extLst>
          </p:cNvPr>
          <p:cNvSpPr txBox="1">
            <a:spLocks noChangeAspect="1"/>
          </p:cNvSpPr>
          <p:nvPr userDrawn="1">
            <p:custDataLst>
              <p:tags r:id="rId11"/>
            </p:custDataLst>
          </p:nvPr>
        </p:nvSpPr>
        <p:spPr>
          <a:xfrm>
            <a:off x="558800" y="4813300"/>
            <a:ext cx="1079500" cy="58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76200" tIns="76200" rIns="76200" bIns="76200" rtlCol="0" anchor="ctr" anchorCtr="0">
            <a:spAutoFit/>
          </a:bodyPr>
          <a:lstStyle>
            <a:lvl1pPr marL="0" lvl="0" indent="0" defTabSz="1218026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192024" lvl="1" indent="-192024" defTabSz="1218026" eaLnBrk="1" latinLnBrk="0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lang="x-none" sz="1600" baseline="0">
                <a:latin typeface="+mn-lt"/>
              </a:defRPr>
            </a:lvl2pPr>
            <a:lvl3pPr marL="457200" lvl="2" indent="-265176" defTabSz="1218026" eaLnBrk="1" latinLnBrk="0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lang="x-none" sz="1600" baseline="0">
                <a:latin typeface="+mn-lt"/>
              </a:defRPr>
            </a:lvl3pPr>
            <a:lvl4pPr marL="612648" lvl="3" indent="-155448" defTabSz="1218026" eaLnBrk="1" latinLnBrk="0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lang="x-none" sz="1600" baseline="0">
                <a:latin typeface="+mn-lt"/>
              </a:defRPr>
            </a:lvl4pPr>
            <a:lvl5pPr marL="749808" lvl="4" indent="-128016" defTabSz="1218026" eaLnBrk="1" latinLnBrk="0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lang="x-none" sz="1600" baseline="0">
                <a:latin typeface="+mn-lt"/>
              </a:defRPr>
            </a:lvl5pPr>
            <a:lvl6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6pPr>
            <a:lvl7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7pPr>
            <a:lvl8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8pPr>
            <a:lvl9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9pPr>
          </a:lstStyle>
          <a:p>
            <a:pPr>
              <a:buClr>
                <a:schemeClr val="bg1"/>
              </a:buClr>
            </a:pPr>
            <a:r>
              <a:rPr lang="en-US" sz="1400" b="1">
                <a:solidFill>
                  <a:schemeClr val="bg1"/>
                </a:solidFill>
              </a:rPr>
              <a:t>Row header</a:t>
            </a:r>
          </a:p>
        </p:txBody>
      </p:sp>
      <p:sp>
        <p:nvSpPr>
          <p:cNvPr id="65" name="RoundedRectangle" hidden="1">
            <a:extLst>
              <a:ext uri="{FF2B5EF4-FFF2-40B4-BE49-F238E27FC236}">
                <a16:creationId xmlns:a16="http://schemas.microsoft.com/office/drawing/2014/main" id="{2524B613-A2AC-407B-9728-AECD734E4616}"/>
              </a:ext>
            </a:extLst>
          </p:cNvPr>
          <p:cNvSpPr txBox="1">
            <a:spLocks noChangeAspect="1"/>
          </p:cNvSpPr>
          <p:nvPr userDrawn="1">
            <p:custDataLst>
              <p:tags r:id="rId12"/>
            </p:custDataLst>
          </p:nvPr>
        </p:nvSpPr>
        <p:spPr>
          <a:xfrm>
            <a:off x="2336800" y="635000"/>
            <a:ext cx="1524000" cy="1524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76200" tIns="76200" rIns="76200" bIns="76200" rtlCol="0" anchor="t" anchorCtr="0">
            <a:noAutofit/>
          </a:bodyPr>
          <a:lstStyle>
            <a:lvl1pPr marL="0" lvl="0" indent="0" defTabSz="1218026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192024" lvl="1" indent="-192024" defTabSz="1218026" eaLnBrk="1" latinLnBrk="0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lang="x-none" sz="1600" baseline="0">
                <a:latin typeface="+mn-lt"/>
              </a:defRPr>
            </a:lvl2pPr>
            <a:lvl3pPr marL="457200" lvl="2" indent="-265176" defTabSz="1218026" eaLnBrk="1" latinLnBrk="0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lang="x-none" sz="1600" baseline="0">
                <a:latin typeface="+mn-lt"/>
              </a:defRPr>
            </a:lvl3pPr>
            <a:lvl4pPr marL="612648" lvl="3" indent="-155448" defTabSz="1218026" eaLnBrk="1" latinLnBrk="0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lang="x-none" sz="1600" baseline="0">
                <a:latin typeface="+mn-lt"/>
              </a:defRPr>
            </a:lvl4pPr>
            <a:lvl5pPr marL="749808" lvl="4" indent="-128016" defTabSz="1218026" eaLnBrk="1" latinLnBrk="0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lang="x-none" sz="1600" baseline="0">
                <a:latin typeface="+mn-lt"/>
              </a:defRPr>
            </a:lvl5pPr>
            <a:lvl6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6pPr>
            <a:lvl7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7pPr>
            <a:lvl8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8pPr>
            <a:lvl9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9pPr>
          </a:lstStyle>
          <a:p>
            <a:pPr>
              <a:buClr>
                <a:schemeClr val="bg1"/>
              </a:buClr>
            </a:pPr>
            <a:r>
              <a:rPr lang="en-US">
                <a:solidFill>
                  <a:schemeClr val="bg1"/>
                </a:solidFill>
              </a:rPr>
              <a:t>Text</a:t>
            </a:r>
          </a:p>
        </p:txBody>
      </p:sp>
      <p:grpSp>
        <p:nvGrpSpPr>
          <p:cNvPr id="66" name="Flow" hidden="1">
            <a:extLst>
              <a:ext uri="{FF2B5EF4-FFF2-40B4-BE49-F238E27FC236}">
                <a16:creationId xmlns:a16="http://schemas.microsoft.com/office/drawing/2014/main" id="{AACD0447-BC43-4C3C-943D-F97947EE660B}"/>
              </a:ext>
            </a:extLst>
          </p:cNvPr>
          <p:cNvGrpSpPr>
            <a:grpSpLocks noChangeAspect="1"/>
          </p:cNvGrpSpPr>
          <p:nvPr userDrawn="1">
            <p:custDataLst>
              <p:tags r:id="rId13"/>
            </p:custDataLst>
          </p:nvPr>
        </p:nvGrpSpPr>
        <p:grpSpPr>
          <a:xfrm>
            <a:off x="8134528" y="4241800"/>
            <a:ext cx="1828800" cy="914400"/>
            <a:chOff x="5905500" y="3124200"/>
            <a:chExt cx="1828800" cy="914400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F1F2F31-6F36-431C-A41C-3072D126093A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5905500" y="3124200"/>
              <a:ext cx="1828800" cy="914400"/>
            </a:xfrm>
            <a:custGeom>
              <a:avLst/>
              <a:gdLst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  <a:gd name="connsiteX0" fmla="*/ 0 w 1828800"/>
                <a:gd name="connsiteY0" fmla="*/ 0 h 914400"/>
                <a:gd name="connsiteX1" fmla="*/ 1664208 w 1828800"/>
                <a:gd name="connsiteY1" fmla="*/ 0 h 914400"/>
                <a:gd name="connsiteX2" fmla="*/ 1828800 w 1828800"/>
                <a:gd name="connsiteY2" fmla="*/ 457200 h 914400"/>
                <a:gd name="connsiteX3" fmla="*/ 1664208 w 1828800"/>
                <a:gd name="connsiteY3" fmla="*/ 914400 h 914400"/>
                <a:gd name="connsiteX4" fmla="*/ 0 w 1828800"/>
                <a:gd name="connsiteY4" fmla="*/ 914400 h 914400"/>
                <a:gd name="connsiteX5" fmla="*/ 0 w 1828800"/>
                <a:gd name="connsiteY5" fmla="*/ 457200 h 9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914400">
                  <a:moveTo>
                    <a:pt x="0" y="0"/>
                  </a:moveTo>
                  <a:lnTo>
                    <a:pt x="1664208" y="0"/>
                  </a:lnTo>
                  <a:lnTo>
                    <a:pt x="1828800" y="457200"/>
                  </a:lnTo>
                  <a:lnTo>
                    <a:pt x="1664208" y="914400"/>
                  </a:lnTo>
                  <a:lnTo>
                    <a:pt x="0" y="9144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A49B3D9-66DA-479B-9BA4-186325294F71}"/>
                </a:ext>
              </a:extLst>
            </p:cNvPr>
            <p:cNvSpPr txBox="1"/>
            <p:nvPr>
              <p:custDataLst>
                <p:tags r:id="rId54"/>
              </p:custDataLst>
            </p:nvPr>
          </p:nvSpPr>
          <p:spPr>
            <a:xfrm>
              <a:off x="5969000" y="3187700"/>
              <a:ext cx="1524000" cy="787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>
              <a:lvl1pPr marL="0" lvl="0" indent="0" defTabSz="1218026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192024" lvl="1" indent="-192024" defTabSz="1218026" eaLnBrk="1" latinLnBrk="0" hangingPunct="1">
                <a:buClr>
                  <a:schemeClr val="tx2"/>
                </a:buClr>
                <a:buSzPct val="125000"/>
                <a:buFont typeface="Arial" panose="020B0604020202020204" pitchFamily="34" charset="0"/>
                <a:buChar char="▪"/>
                <a:defRPr lang="x-none" sz="1600" baseline="0">
                  <a:latin typeface="+mn-lt"/>
                </a:defRPr>
              </a:lvl2pPr>
              <a:lvl3pPr marL="457200" lvl="2" indent="-265176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–"/>
                <a:defRPr lang="x-none" sz="1600" baseline="0">
                  <a:latin typeface="+mn-lt"/>
                </a:defRPr>
              </a:lvl3pPr>
              <a:lvl4pPr marL="612648" lvl="3" indent="-155448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▫"/>
                <a:defRPr lang="x-none" sz="1600" baseline="0">
                  <a:latin typeface="+mn-lt"/>
                </a:defRPr>
              </a:lvl4pPr>
              <a:lvl5pPr marL="749808" lvl="4" indent="-128016" defTabSz="1218026" eaLnBrk="1" latinLnBrk="0" hangingPunct="1"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lang="x-none" sz="1600" baseline="0">
                  <a:latin typeface="+mn-lt"/>
                </a:defRPr>
              </a:lvl5pPr>
              <a:lvl6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6pPr>
              <a:lvl7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7pPr>
              <a:lvl8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8pPr>
              <a:lvl9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9pPr>
            </a:lstStyle>
            <a:p>
              <a:r>
                <a:rPr lang="en-US" b="1">
                  <a:solidFill>
                    <a:schemeClr val="bg1"/>
                  </a:solidFill>
                </a:rPr>
                <a:t>Text</a:t>
              </a:r>
            </a:p>
          </p:txBody>
        </p:sp>
      </p:grpSp>
      <p:grpSp>
        <p:nvGrpSpPr>
          <p:cNvPr id="69" name="SplitFlow" hidden="1">
            <a:extLst>
              <a:ext uri="{FF2B5EF4-FFF2-40B4-BE49-F238E27FC236}">
                <a16:creationId xmlns:a16="http://schemas.microsoft.com/office/drawing/2014/main" id="{9B389AAC-6019-4079-A8B7-7A465002F14A}"/>
              </a:ext>
            </a:extLst>
          </p:cNvPr>
          <p:cNvGrpSpPr/>
          <p:nvPr userDrawn="1">
            <p:custDataLst>
              <p:tags r:id="rId14"/>
            </p:custDataLst>
          </p:nvPr>
        </p:nvGrpSpPr>
        <p:grpSpPr>
          <a:xfrm>
            <a:off x="7519230" y="483609"/>
            <a:ext cx="1828801" cy="914400"/>
            <a:chOff x="1015999" y="1016000"/>
            <a:chExt cx="1828801" cy="914400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49190FE-46B9-4E98-BBB0-51EA11FEACBD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016000" y="1016000"/>
              <a:ext cx="1828800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97126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457200">
                  <a:moveTo>
                    <a:pt x="0" y="0"/>
                  </a:moveTo>
                  <a:lnTo>
                    <a:pt x="1664208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AAD45B7-30A9-477F-A587-0124DD195C3A}"/>
                </a:ext>
              </a:extLst>
            </p:cNvPr>
            <p:cNvSpPr txBox="1"/>
            <p:nvPr>
              <p:custDataLst>
                <p:tags r:id="rId48"/>
              </p:custDataLst>
            </p:nvPr>
          </p:nvSpPr>
          <p:spPr>
            <a:xfrm>
              <a:off x="1079500" y="1073150"/>
              <a:ext cx="1600708" cy="3429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>
              <a:lvl1pPr marL="0" lvl="0" indent="0" defTabSz="1218026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192024" lvl="1" indent="-192024" defTabSz="1218026" eaLnBrk="1" latinLnBrk="0" hangingPunct="1">
                <a:buClr>
                  <a:schemeClr val="tx2"/>
                </a:buClr>
                <a:buSzPct val="125000"/>
                <a:buFont typeface="Arial" panose="020B0604020202020204" pitchFamily="34" charset="0"/>
                <a:buChar char="▪"/>
                <a:defRPr lang="x-none" sz="1600" baseline="0">
                  <a:latin typeface="+mn-lt"/>
                </a:defRPr>
              </a:lvl2pPr>
              <a:lvl3pPr marL="457200" lvl="2" indent="-265176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–"/>
                <a:defRPr lang="x-none" sz="1600" baseline="0">
                  <a:latin typeface="+mn-lt"/>
                </a:defRPr>
              </a:lvl3pPr>
              <a:lvl4pPr marL="612648" lvl="3" indent="-155448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▫"/>
                <a:defRPr lang="x-none" sz="1600" baseline="0">
                  <a:latin typeface="+mn-lt"/>
                </a:defRPr>
              </a:lvl4pPr>
              <a:lvl5pPr marL="749808" lvl="4" indent="-128016" defTabSz="1218026" eaLnBrk="1" latinLnBrk="0" hangingPunct="1"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lang="x-none" sz="1600" baseline="0">
                  <a:latin typeface="+mn-lt"/>
                </a:defRPr>
              </a:lvl5pPr>
              <a:lvl6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6pPr>
              <a:lvl7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7pPr>
              <a:lvl8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8pPr>
              <a:lvl9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9pPr>
            </a:lstStyle>
            <a:p>
              <a:r>
                <a:rPr lang="en-US" b="1">
                  <a:solidFill>
                    <a:schemeClr val="bg1"/>
                  </a:solidFill>
                </a:rPr>
                <a:t>Text</a:t>
              </a: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FE81913-F321-43BA-BB23-221513D77AFC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015999" y="1473200"/>
              <a:ext cx="996697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980237 w 1664208"/>
                <a:gd name="connsiteY0" fmla="*/ 0 h 457200"/>
                <a:gd name="connsiteX1" fmla="*/ 1664208 w 1664208"/>
                <a:gd name="connsiteY1" fmla="*/ 457200 h 457200"/>
                <a:gd name="connsiteX2" fmla="*/ 0 w 1664208"/>
                <a:gd name="connsiteY2" fmla="*/ 457200 h 457200"/>
                <a:gd name="connsiteX3" fmla="*/ 0 w 1664208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0 w 980237"/>
                <a:gd name="connsiteY3" fmla="*/ 0 h 457200"/>
                <a:gd name="connsiteX0" fmla="*/ 996696 w 996696"/>
                <a:gd name="connsiteY0" fmla="*/ 0 h 457200"/>
                <a:gd name="connsiteX1" fmla="*/ 84856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6 w 996696"/>
                <a:gd name="connsiteY0" fmla="*/ 0 h 457200"/>
                <a:gd name="connsiteX1" fmla="*/ 832103 w 996696"/>
                <a:gd name="connsiteY1" fmla="*/ 457200 h 457200"/>
                <a:gd name="connsiteX2" fmla="*/ 0 w 996696"/>
                <a:gd name="connsiteY2" fmla="*/ 457200 h 457200"/>
                <a:gd name="connsiteX3" fmla="*/ 0 w 996696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  <a:gd name="connsiteX0" fmla="*/ 996697 w 996697"/>
                <a:gd name="connsiteY0" fmla="*/ 0 h 457200"/>
                <a:gd name="connsiteX1" fmla="*/ 832104 w 996697"/>
                <a:gd name="connsiteY1" fmla="*/ 457200 h 457200"/>
                <a:gd name="connsiteX2" fmla="*/ 0 w 996697"/>
                <a:gd name="connsiteY2" fmla="*/ 457200 h 457200"/>
                <a:gd name="connsiteX3" fmla="*/ 1 w 996697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7" h="457200">
                  <a:moveTo>
                    <a:pt x="996697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3C535F7-6B50-4A89-9616-05B0CC530561}"/>
                </a:ext>
              </a:extLst>
            </p:cNvPr>
            <p:cNvSpPr txBox="1"/>
            <p:nvPr>
              <p:custDataLst>
                <p:tags r:id="rId50"/>
              </p:custDataLst>
            </p:nvPr>
          </p:nvSpPr>
          <p:spPr>
            <a:xfrm>
              <a:off x="1079500" y="1530350"/>
              <a:ext cx="768604" cy="3429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>
              <a:lvl1pPr marL="0" lvl="0" indent="0" defTabSz="1218026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192024" lvl="1" indent="-192024" defTabSz="1218026" eaLnBrk="1" latinLnBrk="0" hangingPunct="1">
                <a:buClr>
                  <a:schemeClr val="tx2"/>
                </a:buClr>
                <a:buSzPct val="125000"/>
                <a:buFont typeface="Arial" panose="020B0604020202020204" pitchFamily="34" charset="0"/>
                <a:buChar char="▪"/>
                <a:defRPr lang="x-none" sz="1600" baseline="0">
                  <a:latin typeface="+mn-lt"/>
                </a:defRPr>
              </a:lvl2pPr>
              <a:lvl3pPr marL="457200" lvl="2" indent="-265176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–"/>
                <a:defRPr lang="x-none" sz="1600" baseline="0">
                  <a:latin typeface="+mn-lt"/>
                </a:defRPr>
              </a:lvl3pPr>
              <a:lvl4pPr marL="612648" lvl="3" indent="-155448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▫"/>
                <a:defRPr lang="x-none" sz="1600" baseline="0">
                  <a:latin typeface="+mn-lt"/>
                </a:defRPr>
              </a:lvl4pPr>
              <a:lvl5pPr marL="749808" lvl="4" indent="-128016" defTabSz="1218026" eaLnBrk="1" latinLnBrk="0" hangingPunct="1"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lang="x-none" sz="1600" baseline="0">
                  <a:latin typeface="+mn-lt"/>
                </a:defRPr>
              </a:lvl5pPr>
              <a:lvl6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6pPr>
              <a:lvl7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7pPr>
              <a:lvl8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8pPr>
              <a:lvl9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9pPr>
            </a:lstStyle>
            <a:p>
              <a:r>
                <a:rPr lang="en-US" b="1">
                  <a:solidFill>
                    <a:schemeClr val="bg1"/>
                  </a:solidFill>
                </a:rPr>
                <a:t>Text</a:t>
              </a: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C28A7C3-B8BE-47AF-A217-F1B2394E376D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848104" y="1473200"/>
              <a:ext cx="996696" cy="457200"/>
            </a:xfrm>
            <a:custGeom>
              <a:avLst/>
              <a:gdLst>
                <a:gd name="connsiteX0" fmla="*/ 1664208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82880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4572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0 w 1828800"/>
                <a:gd name="connsiteY0" fmla="*/ 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304800 h 457200"/>
                <a:gd name="connsiteX1" fmla="*/ 1664208 w 1828800"/>
                <a:gd name="connsiteY1" fmla="*/ 0 h 457200"/>
                <a:gd name="connsiteX2" fmla="*/ 1828800 w 1828800"/>
                <a:gd name="connsiteY2" fmla="*/ 457200 h 457200"/>
                <a:gd name="connsiteX3" fmla="*/ 0 w 1828800"/>
                <a:gd name="connsiteY3" fmla="*/ 457200 h 457200"/>
                <a:gd name="connsiteX0" fmla="*/ 1676400 w 1828800"/>
                <a:gd name="connsiteY0" fmla="*/ 0 h 457200"/>
                <a:gd name="connsiteX1" fmla="*/ 1511808 w 1828800"/>
                <a:gd name="connsiteY1" fmla="*/ 457200 h 457200"/>
                <a:gd name="connsiteX2" fmla="*/ 1828800 w 1828800"/>
                <a:gd name="connsiteY2" fmla="*/ 152400 h 457200"/>
                <a:gd name="connsiteX3" fmla="*/ 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152400 w 1828800"/>
                <a:gd name="connsiteY3" fmla="*/ 15240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64208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0 w 1828800"/>
                <a:gd name="connsiteY2" fmla="*/ 457200 h 457200"/>
                <a:gd name="connsiteX3" fmla="*/ 0 w 1828800"/>
                <a:gd name="connsiteY3" fmla="*/ 0 h 457200"/>
                <a:gd name="connsiteX0" fmla="*/ 1828800 w 1828800"/>
                <a:gd name="connsiteY0" fmla="*/ 0 h 457200"/>
                <a:gd name="connsiteX1" fmla="*/ 1697126 w 1828800"/>
                <a:gd name="connsiteY1" fmla="*/ 457200 h 457200"/>
                <a:gd name="connsiteX2" fmla="*/ 848563 w 1828800"/>
                <a:gd name="connsiteY2" fmla="*/ 457200 h 457200"/>
                <a:gd name="connsiteX3" fmla="*/ 0 w 1828800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48563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80237 w 980237"/>
                <a:gd name="connsiteY0" fmla="*/ 0 h 457200"/>
                <a:gd name="connsiteX1" fmla="*/ 815645 w 980237"/>
                <a:gd name="connsiteY1" fmla="*/ 457200 h 457200"/>
                <a:gd name="connsiteX2" fmla="*/ 0 w 980237"/>
                <a:gd name="connsiteY2" fmla="*/ 457200 h 457200"/>
                <a:gd name="connsiteX3" fmla="*/ 131674 w 980237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48133 w 996696"/>
                <a:gd name="connsiteY3" fmla="*/ 0 h 457200"/>
                <a:gd name="connsiteX0" fmla="*/ 996696 w 996696"/>
                <a:gd name="connsiteY0" fmla="*/ 0 h 457200"/>
                <a:gd name="connsiteX1" fmla="*/ 832104 w 996696"/>
                <a:gd name="connsiteY1" fmla="*/ 457200 h 457200"/>
                <a:gd name="connsiteX2" fmla="*/ 0 w 996696"/>
                <a:gd name="connsiteY2" fmla="*/ 457200 h 457200"/>
                <a:gd name="connsiteX3" fmla="*/ 164592 w 996696"/>
                <a:gd name="connsiteY3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96696" h="457200">
                  <a:moveTo>
                    <a:pt x="996696" y="0"/>
                  </a:moveTo>
                  <a:lnTo>
                    <a:pt x="832104" y="457200"/>
                  </a:lnTo>
                  <a:lnTo>
                    <a:pt x="0" y="457200"/>
                  </a:lnTo>
                  <a:lnTo>
                    <a:pt x="164592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6D1F367-EF70-4F6D-B07D-166C88403AC7}"/>
                </a:ext>
              </a:extLst>
            </p:cNvPr>
            <p:cNvSpPr txBox="1"/>
            <p:nvPr>
              <p:custDataLst>
                <p:tags r:id="rId52"/>
              </p:custDataLst>
            </p:nvPr>
          </p:nvSpPr>
          <p:spPr>
            <a:xfrm>
              <a:off x="2050796" y="1530350"/>
              <a:ext cx="629412" cy="3429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>
              <a:noAutofit/>
            </a:bodyPr>
            <a:lstStyle>
              <a:lvl1pPr marL="0" lvl="0" indent="0" defTabSz="1218026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192024" lvl="1" indent="-192024" defTabSz="1218026" eaLnBrk="1" latinLnBrk="0" hangingPunct="1">
                <a:buClr>
                  <a:schemeClr val="tx2"/>
                </a:buClr>
                <a:buSzPct val="125000"/>
                <a:buFont typeface="Arial" panose="020B0604020202020204" pitchFamily="34" charset="0"/>
                <a:buChar char="▪"/>
                <a:defRPr lang="x-none" sz="1600" baseline="0">
                  <a:latin typeface="+mn-lt"/>
                </a:defRPr>
              </a:lvl2pPr>
              <a:lvl3pPr marL="457200" lvl="2" indent="-265176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–"/>
                <a:defRPr lang="x-none" sz="1600" baseline="0">
                  <a:latin typeface="+mn-lt"/>
                </a:defRPr>
              </a:lvl3pPr>
              <a:lvl4pPr marL="612648" lvl="3" indent="-155448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▫"/>
                <a:defRPr lang="x-none" sz="1600" baseline="0">
                  <a:latin typeface="+mn-lt"/>
                </a:defRPr>
              </a:lvl4pPr>
              <a:lvl5pPr marL="749808" lvl="4" indent="-128016" defTabSz="1218026" eaLnBrk="1" latinLnBrk="0" hangingPunct="1"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lang="x-none" sz="1600" baseline="0">
                  <a:latin typeface="+mn-lt"/>
                </a:defRPr>
              </a:lvl5pPr>
              <a:lvl6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6pPr>
              <a:lvl7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7pPr>
              <a:lvl8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8pPr>
              <a:lvl9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9pPr>
            </a:lstStyle>
            <a:p>
              <a:r>
                <a:rPr lang="en-US" b="1">
                  <a:solidFill>
                    <a:schemeClr val="bg1"/>
                  </a:solidFill>
                </a:rPr>
                <a:t>Text</a:t>
              </a:r>
            </a:p>
          </p:txBody>
        </p:sp>
      </p:grpSp>
      <p:grpSp>
        <p:nvGrpSpPr>
          <p:cNvPr id="76" name="FlowLine" hidden="1">
            <a:extLst>
              <a:ext uri="{FF2B5EF4-FFF2-40B4-BE49-F238E27FC236}">
                <a16:creationId xmlns:a16="http://schemas.microsoft.com/office/drawing/2014/main" id="{73EFC283-D8B1-4EF9-AA36-6F4E4AB8A49D}"/>
              </a:ext>
            </a:extLst>
          </p:cNvPr>
          <p:cNvGrpSpPr>
            <a:grpSpLocks noChangeAspect="1"/>
          </p:cNvGrpSpPr>
          <p:nvPr userDrawn="1">
            <p:custDataLst>
              <p:tags r:id="rId15"/>
            </p:custDataLst>
          </p:nvPr>
        </p:nvGrpSpPr>
        <p:grpSpPr>
          <a:xfrm>
            <a:off x="7134670" y="2315289"/>
            <a:ext cx="4978400" cy="1414621"/>
            <a:chOff x="5905500" y="3124200"/>
            <a:chExt cx="4978400" cy="1414621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B826DB4B-23E0-4F3B-A8EA-0FFDF6B73A73}"/>
                </a:ext>
              </a:extLst>
            </p:cNvPr>
            <p:cNvGrpSpPr/>
            <p:nvPr>
              <p:custDataLst>
                <p:tags r:id="rId38"/>
              </p:custDataLst>
            </p:nvPr>
          </p:nvGrpSpPr>
          <p:grpSpPr>
            <a:xfrm>
              <a:off x="5905500" y="3124200"/>
              <a:ext cx="1828800" cy="914400"/>
              <a:chOff x="5905500" y="3124200"/>
              <a:chExt cx="1828800" cy="914400"/>
            </a:xfrm>
          </p:grpSpPr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A504B88-DF95-42FE-95D0-1EDBB250FCFC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5905500" y="3124200"/>
                <a:ext cx="1828800" cy="914400"/>
              </a:xfrm>
              <a:custGeom>
                <a:avLst/>
                <a:gdLst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28800" h="914400">
                    <a:moveTo>
                      <a:pt x="0" y="0"/>
                    </a:moveTo>
                    <a:lnTo>
                      <a:pt x="1664208" y="0"/>
                    </a:lnTo>
                    <a:lnTo>
                      <a:pt x="1828800" y="457200"/>
                    </a:lnTo>
                    <a:lnTo>
                      <a:pt x="1664208" y="914400"/>
                    </a:lnTo>
                    <a:lnTo>
                      <a:pt x="0" y="914400"/>
                    </a:lnTo>
                    <a:lnTo>
                      <a:pt x="0" y="4572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F2CF65E-D76D-490F-822E-BB203AFCB6A3}"/>
                  </a:ext>
                </a:extLst>
              </p:cNvPr>
              <p:cNvSpPr txBox="1"/>
              <p:nvPr>
                <p:custDataLst>
                  <p:tags r:id="rId46"/>
                </p:custDataLst>
              </p:nvPr>
            </p:nvSpPr>
            <p:spPr>
              <a:xfrm>
                <a:off x="5969000" y="3187700"/>
                <a:ext cx="1524000" cy="78740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noAutofit/>
              </a:bodyPr>
              <a:lstStyle>
                <a:lvl1pPr marL="0" lvl="0" indent="0" defTabSz="1218026" eaLnBrk="1" latinLnBrk="0" hangingPunct="1">
                  <a:buClr>
                    <a:schemeClr val="tx2"/>
                  </a:buClr>
                  <a:buSzPct val="100000"/>
                  <a:defRPr lang="x-none" sz="1600" baseline="0">
                    <a:latin typeface="+mn-lt"/>
                  </a:defRPr>
                </a:lvl1pPr>
                <a:lvl2pPr marL="192024" lvl="1" indent="-192024" defTabSz="1218026" eaLnBrk="1" latinLnBrk="0" hangingPunct="1">
                  <a:buClr>
                    <a:schemeClr val="tx2"/>
                  </a:buClr>
                  <a:buSzPct val="125000"/>
                  <a:buFont typeface="Arial" panose="020B0604020202020204" pitchFamily="34" charset="0"/>
                  <a:buChar char="▪"/>
                  <a:defRPr lang="x-none" sz="1600" baseline="0">
                    <a:latin typeface="+mn-lt"/>
                  </a:defRPr>
                </a:lvl2pPr>
                <a:lvl3pPr marL="457200" lvl="2" indent="-265176" defTabSz="1218026" eaLnBrk="1" latinLnBrk="0" hangingPunct="1">
                  <a:buClr>
                    <a:schemeClr val="tx2"/>
                  </a:buClr>
                  <a:buSzPct val="120000"/>
                  <a:buFont typeface="Arial" panose="020B0604020202020204" pitchFamily="34" charset="0"/>
                  <a:buChar char="–"/>
                  <a:defRPr lang="x-none" sz="1600" baseline="0">
                    <a:latin typeface="+mn-lt"/>
                  </a:defRPr>
                </a:lvl3pPr>
                <a:lvl4pPr marL="612648" lvl="3" indent="-155448" defTabSz="1218026" eaLnBrk="1" latinLnBrk="0" hangingPunct="1">
                  <a:buClr>
                    <a:schemeClr val="tx2"/>
                  </a:buClr>
                  <a:buSzPct val="120000"/>
                  <a:buFont typeface="Arial" panose="020B0604020202020204" pitchFamily="34" charset="0"/>
                  <a:buChar char="▫"/>
                  <a:defRPr lang="x-none" sz="1600" baseline="0">
                    <a:latin typeface="+mn-lt"/>
                  </a:defRPr>
                </a:lvl4pPr>
                <a:lvl5pPr marL="749808" lvl="4" indent="-128016" defTabSz="1218026" eaLnBrk="1" latinLnBrk="0" hangingPunct="1">
                  <a:buClr>
                    <a:schemeClr val="tx2"/>
                  </a:buClr>
                  <a:buSzPct val="89000"/>
                  <a:buFont typeface="Arial" panose="020B0604020202020204" pitchFamily="34" charset="0"/>
                  <a:buChar char="-"/>
                  <a:defRPr lang="x-none" sz="1600" baseline="0">
                    <a:latin typeface="+mn-lt"/>
                  </a:defRPr>
                </a:lvl5pPr>
                <a:lvl6pPr marL="1020030" indent="-177089" defTabSz="1218026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lang="x-none" sz="2176" baseline="0">
                    <a:latin typeface="+mn-lt"/>
                  </a:defRPr>
                </a:lvl6pPr>
                <a:lvl7pPr marL="1020030" indent="-177089" defTabSz="1218026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lang="x-none" sz="2176" baseline="0">
                    <a:latin typeface="+mn-lt"/>
                  </a:defRPr>
                </a:lvl7pPr>
                <a:lvl8pPr marL="1020030" indent="-177089" defTabSz="1218026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lang="x-none" sz="2176" baseline="0">
                    <a:latin typeface="+mn-lt"/>
                  </a:defRPr>
                </a:lvl8pPr>
                <a:lvl9pPr marL="1020030" indent="-177089" defTabSz="1218026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lang="x-none" sz="2176" baseline="0">
                    <a:latin typeface="+mn-lt"/>
                  </a:defRPr>
                </a:lvl9pPr>
              </a:lstStyle>
              <a:p>
                <a:r>
                  <a:rPr lang="en-US" b="1">
                    <a:solidFill>
                      <a:schemeClr val="bg1"/>
                    </a:solidFill>
                  </a:rPr>
                  <a:t>Text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515784F-FB7A-4A9B-9D1D-02A36626C9C7}"/>
                </a:ext>
              </a:extLst>
            </p:cNvPr>
            <p:cNvGrpSpPr/>
            <p:nvPr>
              <p:custDataLst>
                <p:tags r:id="rId39"/>
              </p:custDataLst>
            </p:nvPr>
          </p:nvGrpSpPr>
          <p:grpSpPr>
            <a:xfrm>
              <a:off x="7480300" y="3124200"/>
              <a:ext cx="1828800" cy="914400"/>
              <a:chOff x="6057900" y="3276600"/>
              <a:chExt cx="1828800" cy="914400"/>
            </a:xfrm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555D3815-594C-44BE-AD03-74B53198B709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6057900" y="3276600"/>
                <a:ext cx="1828800" cy="914400"/>
              </a:xfrm>
              <a:custGeom>
                <a:avLst/>
                <a:gdLst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164592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164592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164592 w 1828800"/>
                  <a:gd name="connsiteY5" fmla="*/ 45720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28800" h="914400">
                    <a:moveTo>
                      <a:pt x="0" y="0"/>
                    </a:moveTo>
                    <a:lnTo>
                      <a:pt x="1664208" y="0"/>
                    </a:lnTo>
                    <a:lnTo>
                      <a:pt x="1828800" y="457200"/>
                    </a:lnTo>
                    <a:lnTo>
                      <a:pt x="1664208" y="914400"/>
                    </a:lnTo>
                    <a:lnTo>
                      <a:pt x="0" y="914400"/>
                    </a:lnTo>
                    <a:lnTo>
                      <a:pt x="164592" y="4572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664EAF7-C26F-4476-8C65-69AAC6381802}"/>
                  </a:ext>
                </a:extLst>
              </p:cNvPr>
              <p:cNvSpPr txBox="1"/>
              <p:nvPr>
                <p:custDataLst>
                  <p:tags r:id="rId44"/>
                </p:custDataLst>
              </p:nvPr>
            </p:nvSpPr>
            <p:spPr>
              <a:xfrm>
                <a:off x="6273292" y="3340100"/>
                <a:ext cx="1448816" cy="78740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noAutofit/>
              </a:bodyPr>
              <a:lstStyle>
                <a:lvl1pPr marL="0" lvl="0" indent="0" defTabSz="1218026" eaLnBrk="1" latinLnBrk="0" hangingPunct="1">
                  <a:buClr>
                    <a:schemeClr val="tx2"/>
                  </a:buClr>
                  <a:buSzPct val="100000"/>
                  <a:defRPr lang="x-none" sz="1600" baseline="0">
                    <a:latin typeface="+mn-lt"/>
                  </a:defRPr>
                </a:lvl1pPr>
                <a:lvl2pPr marL="192024" lvl="1" indent="-192024" defTabSz="1218026" eaLnBrk="1" latinLnBrk="0" hangingPunct="1">
                  <a:buClr>
                    <a:schemeClr val="tx2"/>
                  </a:buClr>
                  <a:buSzPct val="125000"/>
                  <a:buFont typeface="Arial" panose="020B0604020202020204" pitchFamily="34" charset="0"/>
                  <a:buChar char="▪"/>
                  <a:defRPr lang="x-none" sz="1600" baseline="0">
                    <a:latin typeface="+mn-lt"/>
                  </a:defRPr>
                </a:lvl2pPr>
                <a:lvl3pPr marL="457200" lvl="2" indent="-265176" defTabSz="1218026" eaLnBrk="1" latinLnBrk="0" hangingPunct="1">
                  <a:buClr>
                    <a:schemeClr val="tx2"/>
                  </a:buClr>
                  <a:buSzPct val="120000"/>
                  <a:buFont typeface="Arial" panose="020B0604020202020204" pitchFamily="34" charset="0"/>
                  <a:buChar char="–"/>
                  <a:defRPr lang="x-none" sz="1600" baseline="0">
                    <a:latin typeface="+mn-lt"/>
                  </a:defRPr>
                </a:lvl3pPr>
                <a:lvl4pPr marL="612648" lvl="3" indent="-155448" defTabSz="1218026" eaLnBrk="1" latinLnBrk="0" hangingPunct="1">
                  <a:buClr>
                    <a:schemeClr val="tx2"/>
                  </a:buClr>
                  <a:buSzPct val="120000"/>
                  <a:buFont typeface="Arial" panose="020B0604020202020204" pitchFamily="34" charset="0"/>
                  <a:buChar char="▫"/>
                  <a:defRPr lang="x-none" sz="1600" baseline="0">
                    <a:latin typeface="+mn-lt"/>
                  </a:defRPr>
                </a:lvl4pPr>
                <a:lvl5pPr marL="749808" lvl="4" indent="-128016" defTabSz="1218026" eaLnBrk="1" latinLnBrk="0" hangingPunct="1">
                  <a:buClr>
                    <a:schemeClr val="tx2"/>
                  </a:buClr>
                  <a:buSzPct val="89000"/>
                  <a:buFont typeface="Arial" panose="020B0604020202020204" pitchFamily="34" charset="0"/>
                  <a:buChar char="-"/>
                  <a:defRPr lang="x-none" sz="1600" baseline="0">
                    <a:latin typeface="+mn-lt"/>
                  </a:defRPr>
                </a:lvl5pPr>
                <a:lvl6pPr marL="1020030" indent="-177089" defTabSz="1218026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lang="x-none" sz="2176" baseline="0">
                    <a:latin typeface="+mn-lt"/>
                  </a:defRPr>
                </a:lvl6pPr>
                <a:lvl7pPr marL="1020030" indent="-177089" defTabSz="1218026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lang="x-none" sz="2176" baseline="0">
                    <a:latin typeface="+mn-lt"/>
                  </a:defRPr>
                </a:lvl7pPr>
                <a:lvl8pPr marL="1020030" indent="-177089" defTabSz="1218026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lang="x-none" sz="2176" baseline="0">
                    <a:latin typeface="+mn-lt"/>
                  </a:defRPr>
                </a:lvl8pPr>
                <a:lvl9pPr marL="1020030" indent="-177089" defTabSz="1218026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lang="x-none" sz="2176" baseline="0">
                    <a:latin typeface="+mn-lt"/>
                  </a:defRPr>
                </a:lvl9pPr>
              </a:lstStyle>
              <a:p>
                <a:r>
                  <a:rPr lang="en-US" b="1">
                    <a:solidFill>
                      <a:schemeClr val="bg1"/>
                    </a:solidFill>
                  </a:rPr>
                  <a:t>Text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13C7A480-202C-44D2-BF16-C0827037C029}"/>
                </a:ext>
              </a:extLst>
            </p:cNvPr>
            <p:cNvGrpSpPr/>
            <p:nvPr>
              <p:custDataLst>
                <p:tags r:id="rId40"/>
              </p:custDataLst>
            </p:nvPr>
          </p:nvGrpSpPr>
          <p:grpSpPr>
            <a:xfrm>
              <a:off x="9055100" y="3124200"/>
              <a:ext cx="1828800" cy="914400"/>
              <a:chOff x="6057900" y="3276600"/>
              <a:chExt cx="1828800" cy="914400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42B118C1-E249-4459-9DCD-6C00AABC4EFE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6057900" y="3276600"/>
                <a:ext cx="1828800" cy="914400"/>
              </a:xfrm>
              <a:custGeom>
                <a:avLst/>
                <a:gdLst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0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164592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164592 w 1828800"/>
                  <a:gd name="connsiteY5" fmla="*/ 457200 h 914400"/>
                  <a:gd name="connsiteX0" fmla="*/ 0 w 1828800"/>
                  <a:gd name="connsiteY0" fmla="*/ 0 h 914400"/>
                  <a:gd name="connsiteX1" fmla="*/ 1664208 w 1828800"/>
                  <a:gd name="connsiteY1" fmla="*/ 0 h 914400"/>
                  <a:gd name="connsiteX2" fmla="*/ 1828800 w 1828800"/>
                  <a:gd name="connsiteY2" fmla="*/ 457200 h 914400"/>
                  <a:gd name="connsiteX3" fmla="*/ 1664208 w 1828800"/>
                  <a:gd name="connsiteY3" fmla="*/ 914400 h 914400"/>
                  <a:gd name="connsiteX4" fmla="*/ 0 w 1828800"/>
                  <a:gd name="connsiteY4" fmla="*/ 914400 h 914400"/>
                  <a:gd name="connsiteX5" fmla="*/ 164592 w 1828800"/>
                  <a:gd name="connsiteY5" fmla="*/ 457200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28800" h="914400">
                    <a:moveTo>
                      <a:pt x="0" y="0"/>
                    </a:moveTo>
                    <a:lnTo>
                      <a:pt x="1664208" y="0"/>
                    </a:lnTo>
                    <a:lnTo>
                      <a:pt x="1828800" y="457200"/>
                    </a:lnTo>
                    <a:lnTo>
                      <a:pt x="1664208" y="914400"/>
                    </a:lnTo>
                    <a:lnTo>
                      <a:pt x="0" y="914400"/>
                    </a:lnTo>
                    <a:lnTo>
                      <a:pt x="164592" y="4572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60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9EB1481-3EB7-4317-8358-EF5B7298FBAE}"/>
                  </a:ext>
                </a:extLst>
              </p:cNvPr>
              <p:cNvSpPr txBox="1"/>
              <p:nvPr>
                <p:custDataLst>
                  <p:tags r:id="rId42"/>
                </p:custDataLst>
              </p:nvPr>
            </p:nvSpPr>
            <p:spPr>
              <a:xfrm>
                <a:off x="6273292" y="3340100"/>
                <a:ext cx="1448816" cy="78740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>
                <a:noAutofit/>
              </a:bodyPr>
              <a:lstStyle>
                <a:lvl1pPr marL="0" lvl="0" indent="0" defTabSz="1218026" eaLnBrk="1" latinLnBrk="0" hangingPunct="1">
                  <a:buClr>
                    <a:schemeClr val="tx2"/>
                  </a:buClr>
                  <a:buSzPct val="100000"/>
                  <a:defRPr lang="x-none" sz="1600" baseline="0">
                    <a:latin typeface="+mn-lt"/>
                  </a:defRPr>
                </a:lvl1pPr>
                <a:lvl2pPr marL="192024" lvl="1" indent="-192024" defTabSz="1218026" eaLnBrk="1" latinLnBrk="0" hangingPunct="1">
                  <a:buClr>
                    <a:schemeClr val="tx2"/>
                  </a:buClr>
                  <a:buSzPct val="125000"/>
                  <a:buFont typeface="Arial" panose="020B0604020202020204" pitchFamily="34" charset="0"/>
                  <a:buChar char="▪"/>
                  <a:defRPr lang="x-none" sz="1600" baseline="0">
                    <a:latin typeface="+mn-lt"/>
                  </a:defRPr>
                </a:lvl2pPr>
                <a:lvl3pPr marL="457200" lvl="2" indent="-265176" defTabSz="1218026" eaLnBrk="1" latinLnBrk="0" hangingPunct="1">
                  <a:buClr>
                    <a:schemeClr val="tx2"/>
                  </a:buClr>
                  <a:buSzPct val="120000"/>
                  <a:buFont typeface="Arial" panose="020B0604020202020204" pitchFamily="34" charset="0"/>
                  <a:buChar char="–"/>
                  <a:defRPr lang="x-none" sz="1600" baseline="0">
                    <a:latin typeface="+mn-lt"/>
                  </a:defRPr>
                </a:lvl3pPr>
                <a:lvl4pPr marL="612648" lvl="3" indent="-155448" defTabSz="1218026" eaLnBrk="1" latinLnBrk="0" hangingPunct="1">
                  <a:buClr>
                    <a:schemeClr val="tx2"/>
                  </a:buClr>
                  <a:buSzPct val="120000"/>
                  <a:buFont typeface="Arial" panose="020B0604020202020204" pitchFamily="34" charset="0"/>
                  <a:buChar char="▫"/>
                  <a:defRPr lang="x-none" sz="1600" baseline="0">
                    <a:latin typeface="+mn-lt"/>
                  </a:defRPr>
                </a:lvl4pPr>
                <a:lvl5pPr marL="749808" lvl="4" indent="-128016" defTabSz="1218026" eaLnBrk="1" latinLnBrk="0" hangingPunct="1">
                  <a:buClr>
                    <a:schemeClr val="tx2"/>
                  </a:buClr>
                  <a:buSzPct val="89000"/>
                  <a:buFont typeface="Arial" panose="020B0604020202020204" pitchFamily="34" charset="0"/>
                  <a:buChar char="-"/>
                  <a:defRPr lang="x-none" sz="1600" baseline="0">
                    <a:latin typeface="+mn-lt"/>
                  </a:defRPr>
                </a:lvl5pPr>
                <a:lvl6pPr marL="1020030" indent="-177089" defTabSz="1218026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lang="x-none" sz="2176" baseline="0">
                    <a:latin typeface="+mn-lt"/>
                  </a:defRPr>
                </a:lvl6pPr>
                <a:lvl7pPr marL="1020030" indent="-177089" defTabSz="1218026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lang="x-none" sz="2176" baseline="0">
                    <a:latin typeface="+mn-lt"/>
                  </a:defRPr>
                </a:lvl7pPr>
                <a:lvl8pPr marL="1020030" indent="-177089" defTabSz="1218026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lang="x-none" sz="2176" baseline="0">
                    <a:latin typeface="+mn-lt"/>
                  </a:defRPr>
                </a:lvl8pPr>
                <a:lvl9pPr marL="1020030" indent="-177089" defTabSz="1218026" fontAlgn="base"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SzPct val="89000"/>
                  <a:buFont typeface="Arial" charset="0"/>
                  <a:buChar char="-"/>
                  <a:defRPr lang="x-none" sz="2176" baseline="0">
                    <a:latin typeface="+mn-lt"/>
                  </a:defRPr>
                </a:lvl9pPr>
              </a:lstStyle>
              <a:p>
                <a:r>
                  <a:rPr lang="en-US" b="1">
                    <a:solidFill>
                      <a:schemeClr val="bg1"/>
                    </a:solidFill>
                  </a:rPr>
                  <a:t>Text</a:t>
                </a:r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D16F8E0-C7D0-499A-B65D-313E736DB0B0}"/>
                </a:ext>
              </a:extLst>
            </p:cNvPr>
            <p:cNvSpPr txBox="1"/>
            <p:nvPr/>
          </p:nvSpPr>
          <p:spPr>
            <a:xfrm>
              <a:off x="5969000" y="4292600"/>
              <a:ext cx="15240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>
              <a:lvl1pPr marL="0" lvl="0" indent="0" defTabSz="1218026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192024" lvl="1" indent="-192024" defTabSz="1218026" eaLnBrk="1" latinLnBrk="0" hangingPunct="1">
                <a:buClr>
                  <a:schemeClr val="tx2"/>
                </a:buClr>
                <a:buSzPct val="125000"/>
                <a:buFont typeface="Arial" panose="020B0604020202020204" pitchFamily="34" charset="0"/>
                <a:buChar char="▪"/>
                <a:defRPr lang="x-none" sz="1600" baseline="0">
                  <a:latin typeface="+mn-lt"/>
                </a:defRPr>
              </a:lvl2pPr>
              <a:lvl3pPr marL="457200" lvl="2" indent="-265176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–"/>
                <a:defRPr lang="x-none" sz="1600" baseline="0">
                  <a:latin typeface="+mn-lt"/>
                </a:defRPr>
              </a:lvl3pPr>
              <a:lvl4pPr marL="612648" lvl="3" indent="-155448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▫"/>
                <a:defRPr lang="x-none" sz="1600" baseline="0">
                  <a:latin typeface="+mn-lt"/>
                </a:defRPr>
              </a:lvl4pPr>
              <a:lvl5pPr marL="749808" lvl="4" indent="-128016" defTabSz="1218026" eaLnBrk="1" latinLnBrk="0" hangingPunct="1"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lang="x-none" sz="1600" baseline="0">
                  <a:latin typeface="+mn-lt"/>
                </a:defRPr>
              </a:lvl5pPr>
              <a:lvl6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6pPr>
              <a:lvl7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7pPr>
              <a:lvl8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8pPr>
              <a:lvl9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9pPr>
            </a:lstStyle>
            <a:p>
              <a:pPr lvl="1"/>
              <a:r>
                <a:rPr lang="en-US"/>
                <a:t>Text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4FED4AD-52C9-43A5-B981-B21826B07628}"/>
                </a:ext>
              </a:extLst>
            </p:cNvPr>
            <p:cNvSpPr txBox="1"/>
            <p:nvPr/>
          </p:nvSpPr>
          <p:spPr>
            <a:xfrm>
              <a:off x="7695692" y="4292600"/>
              <a:ext cx="15240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>
              <a:lvl1pPr marL="0" lvl="0" indent="0" defTabSz="1218026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192024" lvl="1" indent="-192024" defTabSz="1218026" eaLnBrk="1" latinLnBrk="0" hangingPunct="1">
                <a:buClr>
                  <a:schemeClr val="tx2"/>
                </a:buClr>
                <a:buSzPct val="125000"/>
                <a:buFont typeface="Arial" panose="020B0604020202020204" pitchFamily="34" charset="0"/>
                <a:buChar char="▪"/>
                <a:defRPr lang="x-none" sz="1600" baseline="0">
                  <a:latin typeface="+mn-lt"/>
                </a:defRPr>
              </a:lvl2pPr>
              <a:lvl3pPr marL="457200" lvl="2" indent="-265176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–"/>
                <a:defRPr lang="x-none" sz="1600" baseline="0">
                  <a:latin typeface="+mn-lt"/>
                </a:defRPr>
              </a:lvl3pPr>
              <a:lvl4pPr marL="612648" lvl="3" indent="-155448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▫"/>
                <a:defRPr lang="x-none" sz="1600" baseline="0">
                  <a:latin typeface="+mn-lt"/>
                </a:defRPr>
              </a:lvl4pPr>
              <a:lvl5pPr marL="749808" lvl="4" indent="-128016" defTabSz="1218026" eaLnBrk="1" latinLnBrk="0" hangingPunct="1"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lang="x-none" sz="1600" baseline="0">
                  <a:latin typeface="+mn-lt"/>
                </a:defRPr>
              </a:lvl5pPr>
              <a:lvl6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6pPr>
              <a:lvl7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7pPr>
              <a:lvl8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8pPr>
              <a:lvl9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9pPr>
            </a:lstStyle>
            <a:p>
              <a:pPr lvl="1"/>
              <a:r>
                <a:rPr lang="en-US"/>
                <a:t>Text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3E4289D-7670-4523-8C0B-6EE949B23179}"/>
                </a:ext>
              </a:extLst>
            </p:cNvPr>
            <p:cNvSpPr txBox="1"/>
            <p:nvPr/>
          </p:nvSpPr>
          <p:spPr>
            <a:xfrm>
              <a:off x="9270492" y="4292600"/>
              <a:ext cx="15240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>
              <a:lvl1pPr marL="0" lvl="0" indent="0" defTabSz="1218026" eaLnBrk="1" latinLnBrk="0" hangingPunct="1">
                <a:buClr>
                  <a:schemeClr val="tx2"/>
                </a:buClr>
                <a:buSzPct val="100000"/>
                <a:defRPr lang="x-none" sz="1600" baseline="0">
                  <a:latin typeface="+mn-lt"/>
                </a:defRPr>
              </a:lvl1pPr>
              <a:lvl2pPr marL="192024" lvl="1" indent="-192024" defTabSz="1218026" eaLnBrk="1" latinLnBrk="0" hangingPunct="1">
                <a:buClr>
                  <a:schemeClr val="tx2"/>
                </a:buClr>
                <a:buSzPct val="125000"/>
                <a:buFont typeface="Arial" panose="020B0604020202020204" pitchFamily="34" charset="0"/>
                <a:buChar char="▪"/>
                <a:defRPr lang="x-none" sz="1600" baseline="0">
                  <a:latin typeface="+mn-lt"/>
                </a:defRPr>
              </a:lvl2pPr>
              <a:lvl3pPr marL="457200" lvl="2" indent="-265176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–"/>
                <a:defRPr lang="x-none" sz="1600" baseline="0">
                  <a:latin typeface="+mn-lt"/>
                </a:defRPr>
              </a:lvl3pPr>
              <a:lvl4pPr marL="612648" lvl="3" indent="-155448" defTabSz="1218026" eaLnBrk="1" latinLnBrk="0" hangingPunct="1">
                <a:buClr>
                  <a:schemeClr val="tx2"/>
                </a:buClr>
                <a:buSzPct val="120000"/>
                <a:buFont typeface="Arial" panose="020B0604020202020204" pitchFamily="34" charset="0"/>
                <a:buChar char="▫"/>
                <a:defRPr lang="x-none" sz="1600" baseline="0">
                  <a:latin typeface="+mn-lt"/>
                </a:defRPr>
              </a:lvl4pPr>
              <a:lvl5pPr marL="749808" lvl="4" indent="-128016" defTabSz="1218026" eaLnBrk="1" latinLnBrk="0" hangingPunct="1">
                <a:buClr>
                  <a:schemeClr val="tx2"/>
                </a:buClr>
                <a:buSzPct val="89000"/>
                <a:buFont typeface="Arial" panose="020B0604020202020204" pitchFamily="34" charset="0"/>
                <a:buChar char="-"/>
                <a:defRPr lang="x-none" sz="1600" baseline="0">
                  <a:latin typeface="+mn-lt"/>
                </a:defRPr>
              </a:lvl5pPr>
              <a:lvl6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6pPr>
              <a:lvl7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7pPr>
              <a:lvl8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8pPr>
              <a:lvl9pPr marL="1020030" indent="-177089" defTabSz="1218026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lang="x-none" sz="2176" baseline="0">
                  <a:latin typeface="+mn-lt"/>
                </a:defRPr>
              </a:lvl9pPr>
            </a:lstStyle>
            <a:p>
              <a:pPr lvl="1"/>
              <a:r>
                <a:rPr lang="en-US"/>
                <a:t>Text</a:t>
              </a:r>
            </a:p>
          </p:txBody>
        </p:sp>
      </p:grpSp>
      <p:sp>
        <p:nvSpPr>
          <p:cNvPr id="92" name="Arrow" hidden="1">
            <a:extLst>
              <a:ext uri="{FF2B5EF4-FFF2-40B4-BE49-F238E27FC236}">
                <a16:creationId xmlns:a16="http://schemas.microsoft.com/office/drawing/2014/main" id="{93A9A21B-097C-43F8-9C4F-D9A151579477}"/>
              </a:ext>
            </a:extLst>
          </p:cNvPr>
          <p:cNvSpPr txBox="1">
            <a:spLocks noChangeAspect="1"/>
          </p:cNvSpPr>
          <p:nvPr userDrawn="1">
            <p:custDataLst>
              <p:tags r:id="rId16"/>
            </p:custDataLst>
          </p:nvPr>
        </p:nvSpPr>
        <p:spPr>
          <a:xfrm>
            <a:off x="2562670" y="3022600"/>
            <a:ext cx="1828800" cy="914400"/>
          </a:xfrm>
          <a:prstGeom prst="rightArrow">
            <a:avLst>
              <a:gd name="adj1" fmla="val 54000"/>
              <a:gd name="adj2" fmla="val 37678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76200" tIns="0" rIns="0" bIns="0" rtlCol="0" anchor="ctr" anchorCtr="0">
            <a:noAutofit/>
          </a:bodyPr>
          <a:lstStyle>
            <a:lvl1pPr marL="0" lvl="0" indent="0" defTabSz="1218026" eaLnBrk="1" latinLnBrk="0" hangingPunct="1">
              <a:buClr>
                <a:schemeClr val="tx2"/>
              </a:buClr>
              <a:buSzPct val="100000"/>
              <a:defRPr lang="x-none" sz="1600" baseline="0">
                <a:latin typeface="+mn-lt"/>
              </a:defRPr>
            </a:lvl1pPr>
            <a:lvl2pPr marL="192024" lvl="1" indent="-192024" defTabSz="1218026" eaLnBrk="1" latinLnBrk="0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lang="x-none" sz="1600" baseline="0">
                <a:latin typeface="+mn-lt"/>
              </a:defRPr>
            </a:lvl2pPr>
            <a:lvl3pPr marL="457200" lvl="2" indent="-265176" defTabSz="1218026" eaLnBrk="1" latinLnBrk="0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lang="x-none" sz="1600" baseline="0">
                <a:latin typeface="+mn-lt"/>
              </a:defRPr>
            </a:lvl3pPr>
            <a:lvl4pPr marL="612648" lvl="3" indent="-155448" defTabSz="1218026" eaLnBrk="1" latinLnBrk="0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lang="x-none" sz="1600" baseline="0">
                <a:latin typeface="+mn-lt"/>
              </a:defRPr>
            </a:lvl4pPr>
            <a:lvl5pPr marL="749808" lvl="4" indent="-128016" defTabSz="1218026" eaLnBrk="1" latinLnBrk="0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lang="x-none" sz="1600" baseline="0">
                <a:latin typeface="+mn-lt"/>
              </a:defRPr>
            </a:lvl5pPr>
            <a:lvl6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6pPr>
            <a:lvl7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7pPr>
            <a:lvl8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8pPr>
            <a:lvl9pPr marL="1020030" indent="-177089" defTabSz="1218026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lang="x-none" sz="2176" baseline="0">
                <a:latin typeface="+mn-lt"/>
              </a:defRPr>
            </a:lvl9pPr>
          </a:lstStyle>
          <a:p>
            <a:pPr lvl="0">
              <a:buClr>
                <a:schemeClr val="bg1"/>
              </a:buClr>
            </a:pPr>
            <a:r>
              <a:rPr lang="en-US" sz="1400">
                <a:solidFill>
                  <a:schemeClr val="bg1"/>
                </a:solidFill>
              </a:rPr>
              <a:t>Text</a:t>
            </a:r>
          </a:p>
        </p:txBody>
      </p:sp>
      <p:grpSp>
        <p:nvGrpSpPr>
          <p:cNvPr id="93" name="DoubleChevron3" hidden="1">
            <a:extLst>
              <a:ext uri="{FF2B5EF4-FFF2-40B4-BE49-F238E27FC236}">
                <a16:creationId xmlns:a16="http://schemas.microsoft.com/office/drawing/2014/main" id="{1CAFB973-3B92-4F0C-BFC0-8E49FEB9DA6D}"/>
              </a:ext>
            </a:extLst>
          </p:cNvPr>
          <p:cNvGrpSpPr>
            <a:grpSpLocks noChangeAspect="1"/>
          </p:cNvGrpSpPr>
          <p:nvPr userDrawn="1">
            <p:custDataLst>
              <p:tags r:id="rId17"/>
            </p:custDataLst>
          </p:nvPr>
        </p:nvGrpSpPr>
        <p:grpSpPr>
          <a:xfrm>
            <a:off x="6929690" y="1816693"/>
            <a:ext cx="450850" cy="508000"/>
            <a:chOff x="1270000" y="1270000"/>
            <a:chExt cx="450850" cy="508000"/>
          </a:xfrm>
        </p:grpSpPr>
        <p:sp>
          <p:nvSpPr>
            <p:cNvPr id="94" name="Chevron1">
              <a:extLst>
                <a:ext uri="{FF2B5EF4-FFF2-40B4-BE49-F238E27FC236}">
                  <a16:creationId xmlns:a16="http://schemas.microsoft.com/office/drawing/2014/main" id="{C14841C1-9895-4D75-9AE9-77A4714BB6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70000" y="1320800"/>
              <a:ext cx="238760" cy="406400"/>
            </a:xfrm>
            <a:custGeom>
              <a:avLst/>
              <a:gdLst/>
              <a:ahLst/>
              <a:cxnLst/>
              <a:rect l="0" t="0" r="0" b="0"/>
              <a:pathLst>
                <a:path w="2984501" h="5080001">
                  <a:moveTo>
                    <a:pt x="0" y="0"/>
                  </a:moveTo>
                  <a:lnTo>
                    <a:pt x="1524000" y="0"/>
                  </a:lnTo>
                  <a:lnTo>
                    <a:pt x="2984500" y="2540000"/>
                  </a:lnTo>
                  <a:lnTo>
                    <a:pt x="1524000" y="5080000"/>
                  </a:lnTo>
                  <a:lnTo>
                    <a:pt x="0" y="5080000"/>
                  </a:lnTo>
                  <a:lnTo>
                    <a:pt x="1460500" y="25400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95" name="Chevron2">
              <a:extLst>
                <a:ext uri="{FF2B5EF4-FFF2-40B4-BE49-F238E27FC236}">
                  <a16:creationId xmlns:a16="http://schemas.microsoft.com/office/drawing/2014/main" id="{44661099-1C53-4E2A-A71C-4C9463B347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22400" y="1270000"/>
              <a:ext cx="298450" cy="508000"/>
            </a:xfrm>
            <a:custGeom>
              <a:avLst/>
              <a:gdLst/>
              <a:ahLst/>
              <a:cxnLst/>
              <a:rect l="0" t="0" r="0" b="0"/>
              <a:pathLst>
                <a:path w="2984501" h="5080001">
                  <a:moveTo>
                    <a:pt x="0" y="0"/>
                  </a:moveTo>
                  <a:lnTo>
                    <a:pt x="1524000" y="0"/>
                  </a:lnTo>
                  <a:lnTo>
                    <a:pt x="2984500" y="2540000"/>
                  </a:lnTo>
                  <a:lnTo>
                    <a:pt x="1524000" y="5080000"/>
                  </a:lnTo>
                  <a:lnTo>
                    <a:pt x="0" y="5080000"/>
                  </a:lnTo>
                  <a:lnTo>
                    <a:pt x="1460500" y="254000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96" name="ConnectorRectangle" hidden="1">
            <a:extLst>
              <a:ext uri="{FF2B5EF4-FFF2-40B4-BE49-F238E27FC236}">
                <a16:creationId xmlns:a16="http://schemas.microsoft.com/office/drawing/2014/main" id="{9EBA45A1-D9C7-4110-952B-963A4C591F36}"/>
              </a:ext>
            </a:extLst>
          </p:cNvPr>
          <p:cNvGrpSpPr>
            <a:grpSpLocks noChangeAspect="1"/>
          </p:cNvGrpSpPr>
          <p:nvPr userDrawn="1">
            <p:custDataLst>
              <p:tags r:id="rId18"/>
            </p:custDataLst>
          </p:nvPr>
        </p:nvGrpSpPr>
        <p:grpSpPr>
          <a:xfrm>
            <a:off x="8388032" y="1930993"/>
            <a:ext cx="1612900" cy="787400"/>
            <a:chOff x="0" y="0"/>
            <a:chExt cx="1612900" cy="787400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339D124-CA0B-440D-9D5D-A7D38F4CC336}"/>
                </a:ext>
              </a:extLst>
            </p:cNvPr>
            <p:cNvSpPr txBox="1"/>
            <p:nvPr/>
          </p:nvSpPr>
          <p:spPr>
            <a:xfrm>
              <a:off x="254000" y="0"/>
              <a:ext cx="1358900" cy="7874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</a:ln>
          </p:spPr>
          <p:txBody>
            <a:bodyPr vert="horz" wrap="square" lIns="76200" tIns="76200" rIns="76200" bIns="76200" rtlCol="0">
              <a:noAutofit/>
            </a:bodyPr>
            <a:lstStyle>
              <a:lvl1pPr marL="0" lvl="0" indent="0" defTabSz="895350" eaLnBrk="1" latinLnBrk="0" hangingPunct="1">
                <a:buClr>
                  <a:schemeClr val="tx2"/>
                </a:buClr>
                <a:buSzPct val="100000"/>
                <a:defRPr sz="1400" baseline="0">
                  <a:latin typeface="+mn-lt"/>
                </a:defRPr>
              </a:lvl1pPr>
              <a:lvl2pPr marL="193675" lvl="1" indent="-192088" defTabSz="895350" eaLnBrk="1" latinLnBrk="0" hangingPunct="1">
                <a:buClr>
                  <a:schemeClr val="tx2"/>
                </a:buClr>
                <a:buSzPct val="125000"/>
                <a:buFont typeface="Arial" charset="0"/>
                <a:buChar char="▪"/>
                <a:defRPr sz="1400" baseline="0">
                  <a:latin typeface="+mn-lt"/>
                </a:defRPr>
              </a:lvl2pPr>
              <a:lvl3pPr marL="457200" lvl="2" indent="-261938" defTabSz="895350" eaLnBrk="1" latinLnBrk="0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sz="1400" baseline="0">
                  <a:latin typeface="+mn-lt"/>
                </a:defRPr>
              </a:lvl3pPr>
              <a:lvl4pPr marL="614363" lvl="3" indent="-155575" defTabSz="895350" eaLnBrk="1" latinLnBrk="0" hangingPunct="1">
                <a:buClr>
                  <a:schemeClr val="tx2"/>
                </a:buClr>
                <a:buSzPct val="120000"/>
                <a:buFont typeface="Arial" charset="0"/>
                <a:buChar char="▫"/>
                <a:defRPr sz="1400" baseline="0">
                  <a:latin typeface="+mn-lt"/>
                </a:defRPr>
              </a:lvl4pPr>
              <a:lvl5pPr marL="749808" lvl="4" indent="-130175" defTabSz="895350" eaLnBrk="1" latinLnBrk="0" hangingPunct="1">
                <a:buClr>
                  <a:schemeClr val="tx2"/>
                </a:buClr>
                <a:buSzPct val="89000"/>
                <a:buFont typeface="Arial" charset="0"/>
                <a:buChar char="-"/>
                <a:defRPr sz="1400" baseline="0">
                  <a:latin typeface="+mn-lt"/>
                </a:defRPr>
              </a:lvl5pPr>
              <a:lvl6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6pPr>
              <a:lvl7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7pPr>
              <a:lvl8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8pPr>
              <a:lvl9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9pPr>
            </a:lstStyle>
            <a:p>
              <a:pPr lvl="1"/>
              <a:r>
                <a:rPr lang="en-US">
                  <a:solidFill>
                    <a:schemeClr val="tx2"/>
                  </a:solidFill>
                </a:rPr>
                <a:t>Callout text</a:t>
              </a:r>
            </a:p>
            <a:p>
              <a:pPr lvl="1"/>
              <a:r>
                <a:rPr lang="en-US">
                  <a:solidFill>
                    <a:schemeClr val="tx2"/>
                  </a:solidFill>
                </a:rPr>
                <a:t>Callout text</a:t>
              </a:r>
            </a:p>
            <a:p>
              <a:pPr lvl="1"/>
              <a:r>
                <a:rPr lang="en-US">
                  <a:solidFill>
                    <a:schemeClr val="tx2"/>
                  </a:solidFill>
                </a:rPr>
                <a:t>Callout text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F2C3D9D2-EAA8-426F-A470-32FD72BD26FB}"/>
                </a:ext>
              </a:extLst>
            </p:cNvPr>
            <p:cNvCxnSpPr>
              <a:cxnSpLocks/>
              <a:stCxn id="97" idx="1"/>
            </p:cNvCxnSpPr>
            <p:nvPr/>
          </p:nvCxnSpPr>
          <p:spPr>
            <a:xfrm flipH="1">
              <a:off x="0" y="393700"/>
              <a:ext cx="254000" cy="0"/>
            </a:xfrm>
            <a:prstGeom prst="straightConnector1">
              <a:avLst/>
            </a:prstGeom>
            <a:ln cmpd="sng">
              <a:solidFill>
                <a:schemeClr val="accent2"/>
              </a:solidFill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KeyTakeaway" hidden="1">
            <a:extLst>
              <a:ext uri="{FF2B5EF4-FFF2-40B4-BE49-F238E27FC236}">
                <a16:creationId xmlns:a16="http://schemas.microsoft.com/office/drawing/2014/main" id="{D7E8CA85-D47B-4380-8200-02B5FBFF87F6}"/>
              </a:ext>
            </a:extLst>
          </p:cNvPr>
          <p:cNvGrpSpPr>
            <a:grpSpLocks noChangeAspect="1"/>
          </p:cNvGrpSpPr>
          <p:nvPr userDrawn="1">
            <p:custDataLst>
              <p:tags r:id="rId19"/>
            </p:custDataLst>
          </p:nvPr>
        </p:nvGrpSpPr>
        <p:grpSpPr>
          <a:xfrm>
            <a:off x="8273679" y="3873727"/>
            <a:ext cx="1524000" cy="1524000"/>
            <a:chOff x="1452564" y="1951380"/>
            <a:chExt cx="1524000" cy="1524000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FF81FC0-93BE-4942-80D3-BE883C9B5F7A}"/>
                </a:ext>
              </a:extLst>
            </p:cNvPr>
            <p:cNvSpPr txBox="1"/>
            <p:nvPr/>
          </p:nvSpPr>
          <p:spPr>
            <a:xfrm>
              <a:off x="1452564" y="1951380"/>
              <a:ext cx="1524000" cy="15240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</a:ln>
          </p:spPr>
          <p:txBody>
            <a:bodyPr vert="horz" wrap="square" lIns="76200" tIns="76200" rIns="76200" bIns="76200" rtlCol="0">
              <a:noAutofit/>
            </a:bodyPr>
            <a:lstStyle>
              <a:lvl1pPr marL="0" lvl="0" indent="0" defTabSz="895350" eaLnBrk="1" latinLnBrk="0" hangingPunct="1">
                <a:buClr>
                  <a:schemeClr val="tx2"/>
                </a:buClr>
                <a:buSzPct val="100000"/>
                <a:defRPr sz="1400" baseline="0">
                  <a:latin typeface="+mn-lt"/>
                </a:defRPr>
              </a:lvl1pPr>
              <a:lvl2pPr marL="193675" lvl="1" indent="-192088" defTabSz="895350" eaLnBrk="1" latinLnBrk="0" hangingPunct="1">
                <a:buClr>
                  <a:schemeClr val="tx2"/>
                </a:buClr>
                <a:buSzPct val="125000"/>
                <a:buFont typeface="Arial" charset="0"/>
                <a:buChar char="▪"/>
                <a:defRPr sz="1400" baseline="0">
                  <a:latin typeface="+mn-lt"/>
                </a:defRPr>
              </a:lvl2pPr>
              <a:lvl3pPr marL="457200" lvl="2" indent="-261938" defTabSz="895350" eaLnBrk="1" latinLnBrk="0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sz="1400" baseline="0">
                  <a:latin typeface="+mn-lt"/>
                </a:defRPr>
              </a:lvl3pPr>
              <a:lvl4pPr marL="614363" lvl="3" indent="-155575" defTabSz="895350" eaLnBrk="1" latinLnBrk="0" hangingPunct="1">
                <a:buClr>
                  <a:schemeClr val="tx2"/>
                </a:buClr>
                <a:buSzPct val="120000"/>
                <a:buFont typeface="Arial" charset="0"/>
                <a:buChar char="▫"/>
                <a:defRPr sz="1400" baseline="0">
                  <a:latin typeface="+mn-lt"/>
                </a:defRPr>
              </a:lvl4pPr>
              <a:lvl5pPr marL="749808" lvl="4" indent="-130175" defTabSz="895350" eaLnBrk="1" latinLnBrk="0" hangingPunct="1">
                <a:buClr>
                  <a:schemeClr val="tx2"/>
                </a:buClr>
                <a:buSzPct val="89000"/>
                <a:buFont typeface="Arial" charset="0"/>
                <a:buChar char="-"/>
                <a:defRPr sz="1400" baseline="0">
                  <a:latin typeface="+mn-lt"/>
                </a:defRPr>
              </a:lvl5pPr>
              <a:lvl6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6pPr>
              <a:lvl7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7pPr>
              <a:lvl8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8pPr>
              <a:lvl9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9pPr>
            </a:lstStyle>
            <a:p>
              <a:r>
                <a:rPr lang="en-US" b="1">
                  <a:solidFill>
                    <a:schemeClr val="tx2"/>
                  </a:solidFill>
                </a:rPr>
                <a:t>Key takeaway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EDE89DB-BB76-4D59-BF0E-33A374C1768A}"/>
                </a:ext>
              </a:extLst>
            </p:cNvPr>
            <p:cNvSpPr txBox="1"/>
            <p:nvPr/>
          </p:nvSpPr>
          <p:spPr>
            <a:xfrm>
              <a:off x="1452564" y="2268880"/>
              <a:ext cx="1143000" cy="584775"/>
            </a:xfrm>
            <a:prstGeom prst="rect">
              <a:avLst/>
            </a:prstGeom>
          </p:spPr>
          <p:txBody>
            <a:bodyPr vert="horz" wrap="square" lIns="76200" tIns="76200" rIns="76200" bIns="76200" rtlCol="0">
              <a:noAutofit/>
            </a:bodyPr>
            <a:lstStyle>
              <a:lvl1pPr marL="0" lvl="0" indent="0" defTabSz="895350" eaLnBrk="1" latinLnBrk="0" hangingPunct="1">
                <a:buClr>
                  <a:schemeClr val="tx2"/>
                </a:buClr>
                <a:buSzPct val="100000"/>
                <a:defRPr sz="1400" baseline="0">
                  <a:latin typeface="+mn-lt"/>
                </a:defRPr>
              </a:lvl1pPr>
              <a:lvl2pPr marL="193675" lvl="1" indent="-192088" defTabSz="895350" eaLnBrk="1" latinLnBrk="0" hangingPunct="1">
                <a:buClr>
                  <a:schemeClr val="tx2"/>
                </a:buClr>
                <a:buSzPct val="125000"/>
                <a:buFont typeface="Arial" charset="0"/>
                <a:buChar char="▪"/>
                <a:defRPr sz="1400" baseline="0">
                  <a:latin typeface="+mn-lt"/>
                </a:defRPr>
              </a:lvl2pPr>
              <a:lvl3pPr marL="457200" lvl="2" indent="-261938" defTabSz="895350" eaLnBrk="1" latinLnBrk="0" hangingPunct="1">
                <a:buClr>
                  <a:schemeClr val="tx2"/>
                </a:buClr>
                <a:buSzPct val="120000"/>
                <a:buFont typeface="Arial" charset="0"/>
                <a:buChar char="–"/>
                <a:defRPr sz="1400" baseline="0">
                  <a:latin typeface="+mn-lt"/>
                </a:defRPr>
              </a:lvl3pPr>
              <a:lvl4pPr marL="614363" lvl="3" indent="-155575" defTabSz="895350" eaLnBrk="1" latinLnBrk="0" hangingPunct="1">
                <a:buClr>
                  <a:schemeClr val="tx2"/>
                </a:buClr>
                <a:buSzPct val="120000"/>
                <a:buFont typeface="Arial" charset="0"/>
                <a:buChar char="▫"/>
                <a:defRPr sz="1400" baseline="0">
                  <a:latin typeface="+mn-lt"/>
                </a:defRPr>
              </a:lvl4pPr>
              <a:lvl5pPr marL="749808" lvl="4" indent="-130175" defTabSz="895350" eaLnBrk="1" latinLnBrk="0" hangingPunct="1">
                <a:buClr>
                  <a:schemeClr val="tx2"/>
                </a:buClr>
                <a:buSzPct val="89000"/>
                <a:buFont typeface="Arial" charset="0"/>
                <a:buChar char="-"/>
                <a:defRPr sz="1400" baseline="0">
                  <a:latin typeface="+mn-lt"/>
                </a:defRPr>
              </a:lvl5pPr>
              <a:lvl6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6pPr>
              <a:lvl7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7pPr>
              <a:lvl8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8pPr>
              <a:lvl9pPr marL="749808" indent="-130175" defTabSz="895350" fontAlgn="base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baseline="0">
                  <a:latin typeface="+mn-lt"/>
                </a:defRPr>
              </a:lvl9pPr>
            </a:lstStyle>
            <a:p>
              <a:pPr lvl="1">
                <a:buClr>
                  <a:schemeClr val="tx2"/>
                </a:buClr>
              </a:pPr>
              <a:r>
                <a:rPr lang="en-US">
                  <a:solidFill>
                    <a:schemeClr val="tx2"/>
                  </a:solidFill>
                </a:rPr>
                <a:t>Text</a:t>
              </a:r>
            </a:p>
            <a:p>
              <a:pPr lvl="1">
                <a:buClr>
                  <a:schemeClr val="tx2"/>
                </a:buClr>
              </a:pPr>
              <a:r>
                <a:rPr lang="en-US">
                  <a:solidFill>
                    <a:schemeClr val="tx2"/>
                  </a:solidFill>
                </a:rPr>
                <a:t>...</a:t>
              </a:r>
            </a:p>
          </p:txBody>
        </p:sp>
      </p:grpSp>
      <p:sp>
        <p:nvSpPr>
          <p:cNvPr id="142" name="TextOval" hidden="1">
            <a:extLst>
              <a:ext uri="{FF2B5EF4-FFF2-40B4-BE49-F238E27FC236}">
                <a16:creationId xmlns:a16="http://schemas.microsoft.com/office/drawing/2014/main" id="{13EC6CBE-3812-4706-B26B-FD8477AD2818}"/>
              </a:ext>
            </a:extLst>
          </p:cNvPr>
          <p:cNvSpPr>
            <a:spLocks noChangeAspect="1"/>
          </p:cNvSpPr>
          <p:nvPr userDrawn="1">
            <p:custDataLst>
              <p:tags r:id="rId20"/>
            </p:custDataLst>
          </p:nvPr>
        </p:nvSpPr>
        <p:spPr>
          <a:xfrm>
            <a:off x="5999471" y="3378976"/>
            <a:ext cx="1524000" cy="825500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Text oval</a:t>
            </a:r>
            <a:endParaRPr lang="en-US" sz="1400" b="1" err="1">
              <a:solidFill>
                <a:schemeClr val="tx1"/>
              </a:solidFill>
            </a:endParaRPr>
          </a:p>
        </p:txBody>
      </p:sp>
      <p:sp>
        <p:nvSpPr>
          <p:cNvPr id="143" name="TrackerAlpha" hidden="1">
            <a:extLst>
              <a:ext uri="{FF2B5EF4-FFF2-40B4-BE49-F238E27FC236}">
                <a16:creationId xmlns:a16="http://schemas.microsoft.com/office/drawing/2014/main" id="{B80D494C-7BA4-438C-978E-272B18F70096}"/>
              </a:ext>
            </a:extLst>
          </p:cNvPr>
          <p:cNvSpPr>
            <a:spLocks noChangeAspect="1"/>
          </p:cNvSpPr>
          <p:nvPr userDrawn="1">
            <p:custDataLst>
              <p:tags r:id="rId21"/>
            </p:custDataLst>
          </p:nvPr>
        </p:nvSpPr>
        <p:spPr>
          <a:xfrm>
            <a:off x="1016000" y="1016000"/>
            <a:ext cx="284480" cy="28448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A</a:t>
            </a:r>
            <a:endParaRPr lang="en-US" sz="1400" b="1" err="1">
              <a:solidFill>
                <a:schemeClr val="bg1"/>
              </a:solidFill>
            </a:endParaRPr>
          </a:p>
        </p:txBody>
      </p:sp>
      <p:sp>
        <p:nvSpPr>
          <p:cNvPr id="144" name="TrackerNum" hidden="1">
            <a:extLst>
              <a:ext uri="{FF2B5EF4-FFF2-40B4-BE49-F238E27FC236}">
                <a16:creationId xmlns:a16="http://schemas.microsoft.com/office/drawing/2014/main" id="{1FE4941C-C366-4A75-B1FD-76BCC91C13E1}"/>
              </a:ext>
            </a:extLst>
          </p:cNvPr>
          <p:cNvSpPr>
            <a:spLocks noChangeAspect="1"/>
          </p:cNvSpPr>
          <p:nvPr userDrawn="1">
            <p:custDataLst>
              <p:tags r:id="rId22"/>
            </p:custDataLst>
          </p:nvPr>
        </p:nvSpPr>
        <p:spPr>
          <a:xfrm>
            <a:off x="1883829" y="1016000"/>
            <a:ext cx="284480" cy="28448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  <a:endParaRPr lang="en-US" sz="1400" b="1" err="1">
              <a:solidFill>
                <a:schemeClr val="bg1"/>
              </a:solidFill>
            </a:endParaRPr>
          </a:p>
        </p:txBody>
      </p:sp>
      <p:grpSp>
        <p:nvGrpSpPr>
          <p:cNvPr id="145" name="EmptyMoon" hidden="1">
            <a:extLst>
              <a:ext uri="{FF2B5EF4-FFF2-40B4-BE49-F238E27FC236}">
                <a16:creationId xmlns:a16="http://schemas.microsoft.com/office/drawing/2014/main" id="{0E704376-7513-4CFD-84F2-EE089E6C044C}"/>
              </a:ext>
            </a:extLst>
          </p:cNvPr>
          <p:cNvGrpSpPr>
            <a:grpSpLocks noChangeAspect="1"/>
          </p:cNvGrpSpPr>
          <p:nvPr userDrawn="1">
            <p:custDataLst>
              <p:tags r:id="rId23"/>
            </p:custDataLst>
          </p:nvPr>
        </p:nvGrpSpPr>
        <p:grpSpPr>
          <a:xfrm>
            <a:off x="5394325" y="2273893"/>
            <a:ext cx="254000" cy="254000"/>
            <a:chOff x="762000" y="1270000"/>
            <a:chExt cx="254000" cy="254000"/>
          </a:xfrm>
          <a:solidFill>
            <a:schemeClr val="accent2"/>
          </a:solidFill>
        </p:grpSpPr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AC7B3C2A-C350-4A1B-9D06-B6C17C050B3F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3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47" name="Arc 146">
              <a:extLst>
                <a:ext uri="{FF2B5EF4-FFF2-40B4-BE49-F238E27FC236}">
                  <a16:creationId xmlns:a16="http://schemas.microsoft.com/office/drawing/2014/main" id="{88666FFA-830C-4485-9022-025A1354476E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1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8" name="QuaterMoon" hidden="1">
            <a:extLst>
              <a:ext uri="{FF2B5EF4-FFF2-40B4-BE49-F238E27FC236}">
                <a16:creationId xmlns:a16="http://schemas.microsoft.com/office/drawing/2014/main" id="{4DA19C2E-9994-49B0-831D-5A2FD35E0F77}"/>
              </a:ext>
            </a:extLst>
          </p:cNvPr>
          <p:cNvGrpSpPr>
            <a:grpSpLocks noChangeAspect="1"/>
          </p:cNvGrpSpPr>
          <p:nvPr userDrawn="1">
            <p:custDataLst>
              <p:tags r:id="rId24"/>
            </p:custDataLst>
          </p:nvPr>
        </p:nvGrpSpPr>
        <p:grpSpPr>
          <a:xfrm>
            <a:off x="5714666" y="2273893"/>
            <a:ext cx="254000" cy="254000"/>
            <a:chOff x="762000" y="1270000"/>
            <a:chExt cx="254000" cy="254000"/>
          </a:xfrm>
        </p:grpSpPr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51715E63-FC48-4990-8E5A-FBAB297DA6EF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3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50" name="Arc 149">
              <a:extLst>
                <a:ext uri="{FF2B5EF4-FFF2-40B4-BE49-F238E27FC236}">
                  <a16:creationId xmlns:a16="http://schemas.microsoft.com/office/drawing/2014/main" id="{ED717F6C-6C14-4090-A0F7-4D8E0CA30B94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1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1" name="HalfMoon" hidden="1">
            <a:extLst>
              <a:ext uri="{FF2B5EF4-FFF2-40B4-BE49-F238E27FC236}">
                <a16:creationId xmlns:a16="http://schemas.microsoft.com/office/drawing/2014/main" id="{C3EC508B-999B-4E2C-9ED6-6143ECF13112}"/>
              </a:ext>
            </a:extLst>
          </p:cNvPr>
          <p:cNvGrpSpPr>
            <a:grpSpLocks noChangeAspect="1"/>
          </p:cNvGrpSpPr>
          <p:nvPr userDrawn="1">
            <p:custDataLst>
              <p:tags r:id="rId25"/>
            </p:custDataLst>
          </p:nvPr>
        </p:nvGrpSpPr>
        <p:grpSpPr>
          <a:xfrm>
            <a:off x="6035007" y="2273893"/>
            <a:ext cx="254000" cy="254000"/>
            <a:chOff x="762000" y="1270000"/>
            <a:chExt cx="254000" cy="254000"/>
          </a:xfrm>
        </p:grpSpPr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188F965F-CD6F-40AB-8A10-3CEEBFBE06F1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3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53" name="Arc 152">
              <a:extLst>
                <a:ext uri="{FF2B5EF4-FFF2-40B4-BE49-F238E27FC236}">
                  <a16:creationId xmlns:a16="http://schemas.microsoft.com/office/drawing/2014/main" id="{B1C52EAB-46CB-4FE7-BB9A-ABB616970844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1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4" name="3QuaterMoon" hidden="1">
            <a:extLst>
              <a:ext uri="{FF2B5EF4-FFF2-40B4-BE49-F238E27FC236}">
                <a16:creationId xmlns:a16="http://schemas.microsoft.com/office/drawing/2014/main" id="{AB499225-F0C1-4CBB-B6A5-9527E98CEF73}"/>
              </a:ext>
            </a:extLst>
          </p:cNvPr>
          <p:cNvGrpSpPr>
            <a:grpSpLocks noChangeAspect="1"/>
          </p:cNvGrpSpPr>
          <p:nvPr userDrawn="1">
            <p:custDataLst>
              <p:tags r:id="rId26"/>
            </p:custDataLst>
          </p:nvPr>
        </p:nvGrpSpPr>
        <p:grpSpPr>
          <a:xfrm>
            <a:off x="6355348" y="2273893"/>
            <a:ext cx="254000" cy="254000"/>
            <a:chOff x="762000" y="1270000"/>
            <a:chExt cx="254000" cy="254000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355DE3F6-59BE-44F2-98E2-7C06F5604167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3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56" name="Arc 155">
              <a:extLst>
                <a:ext uri="{FF2B5EF4-FFF2-40B4-BE49-F238E27FC236}">
                  <a16:creationId xmlns:a16="http://schemas.microsoft.com/office/drawing/2014/main" id="{3CD4FA3D-49A1-48D1-9E0A-3FA24402799C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1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7" name="FullMoon" hidden="1">
            <a:extLst>
              <a:ext uri="{FF2B5EF4-FFF2-40B4-BE49-F238E27FC236}">
                <a16:creationId xmlns:a16="http://schemas.microsoft.com/office/drawing/2014/main" id="{36FECC60-9ADE-4230-8F48-5240A8A61683}"/>
              </a:ext>
            </a:extLst>
          </p:cNvPr>
          <p:cNvGrpSpPr>
            <a:grpSpLocks noChangeAspect="1"/>
          </p:cNvGrpSpPr>
          <p:nvPr userDrawn="1">
            <p:custDataLst>
              <p:tags r:id="rId27"/>
            </p:custDataLst>
          </p:nvPr>
        </p:nvGrpSpPr>
        <p:grpSpPr>
          <a:xfrm>
            <a:off x="6675690" y="2273893"/>
            <a:ext cx="254000" cy="254000"/>
            <a:chOff x="762000" y="1270000"/>
            <a:chExt cx="254000" cy="254000"/>
          </a:xfrm>
        </p:grpSpPr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6F7537BE-BCA7-404C-8BA7-1448816A0CF6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3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59" name="Arc 158">
              <a:extLst>
                <a:ext uri="{FF2B5EF4-FFF2-40B4-BE49-F238E27FC236}">
                  <a16:creationId xmlns:a16="http://schemas.microsoft.com/office/drawing/2014/main" id="{FEC2A0D6-3812-4BBE-8AED-1BF45439DD5E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1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250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hf sldNum="0" hdr="0" ftr="0" dt="0"/>
  <p:txStyles>
    <p:titleStyle>
      <a:lvl1pPr algn="l" defTabSz="1218026" rtl="0" eaLnBrk="1" fontAlgn="base" hangingPunct="1">
        <a:spcBef>
          <a:spcPct val="0"/>
        </a:spcBef>
        <a:spcAft>
          <a:spcPct val="0"/>
        </a:spcAft>
        <a:tabLst>
          <a:tab pos="367135" algn="l"/>
        </a:tabLst>
        <a:defRPr lang="x-none" sz="2000" b="1" baseline="0" noProof="0" dirty="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1218026" rtl="0" eaLnBrk="1" fontAlgn="base" hangingPunct="1">
        <a:spcBef>
          <a:spcPct val="0"/>
        </a:spcBef>
        <a:spcAft>
          <a:spcPct val="0"/>
        </a:spcAft>
        <a:defRPr lang="x-none" sz="2584" b="1">
          <a:solidFill>
            <a:schemeClr val="tx2"/>
          </a:solidFill>
          <a:latin typeface="Arial" charset="0"/>
        </a:defRPr>
      </a:lvl2pPr>
      <a:lvl3pPr algn="l" defTabSz="1218026" rtl="0" eaLnBrk="1" fontAlgn="base" hangingPunct="1">
        <a:spcBef>
          <a:spcPct val="0"/>
        </a:spcBef>
        <a:spcAft>
          <a:spcPct val="0"/>
        </a:spcAft>
        <a:defRPr lang="x-none" sz="2584" b="1">
          <a:solidFill>
            <a:schemeClr val="tx2"/>
          </a:solidFill>
          <a:latin typeface="Arial" charset="0"/>
        </a:defRPr>
      </a:lvl3pPr>
      <a:lvl4pPr algn="l" defTabSz="1218026" rtl="0" eaLnBrk="1" fontAlgn="base" hangingPunct="1">
        <a:spcBef>
          <a:spcPct val="0"/>
        </a:spcBef>
        <a:spcAft>
          <a:spcPct val="0"/>
        </a:spcAft>
        <a:defRPr lang="x-none" sz="2584" b="1">
          <a:solidFill>
            <a:schemeClr val="tx2"/>
          </a:solidFill>
          <a:latin typeface="Arial" charset="0"/>
        </a:defRPr>
      </a:lvl4pPr>
      <a:lvl5pPr algn="l" defTabSz="1218026" rtl="0" eaLnBrk="1" fontAlgn="base" hangingPunct="1">
        <a:spcBef>
          <a:spcPct val="0"/>
        </a:spcBef>
        <a:spcAft>
          <a:spcPct val="0"/>
        </a:spcAft>
        <a:defRPr lang="x-none" sz="2584" b="1">
          <a:solidFill>
            <a:schemeClr val="tx2"/>
          </a:solidFill>
          <a:latin typeface="Arial" charset="0"/>
        </a:defRPr>
      </a:lvl5pPr>
      <a:lvl6pPr marL="621970" algn="l" defTabSz="1218026" rtl="0" eaLnBrk="1" fontAlgn="base" hangingPunct="1">
        <a:spcBef>
          <a:spcPct val="0"/>
        </a:spcBef>
        <a:spcAft>
          <a:spcPct val="0"/>
        </a:spcAft>
        <a:defRPr lang="x-none" sz="2584" b="1">
          <a:solidFill>
            <a:schemeClr val="tx2"/>
          </a:solidFill>
          <a:latin typeface="Arial" charset="0"/>
        </a:defRPr>
      </a:lvl6pPr>
      <a:lvl7pPr marL="1243941" algn="l" defTabSz="1218026" rtl="0" eaLnBrk="1" fontAlgn="base" hangingPunct="1">
        <a:spcBef>
          <a:spcPct val="0"/>
        </a:spcBef>
        <a:spcAft>
          <a:spcPct val="0"/>
        </a:spcAft>
        <a:defRPr lang="x-none" sz="2584" b="1">
          <a:solidFill>
            <a:schemeClr val="tx2"/>
          </a:solidFill>
          <a:latin typeface="Arial" charset="0"/>
        </a:defRPr>
      </a:lvl7pPr>
      <a:lvl8pPr marL="1865909" algn="l" defTabSz="1218026" rtl="0" eaLnBrk="1" fontAlgn="base" hangingPunct="1">
        <a:spcBef>
          <a:spcPct val="0"/>
        </a:spcBef>
        <a:spcAft>
          <a:spcPct val="0"/>
        </a:spcAft>
        <a:defRPr lang="x-none" sz="2584" b="1">
          <a:solidFill>
            <a:schemeClr val="tx2"/>
          </a:solidFill>
          <a:latin typeface="Arial" charset="0"/>
        </a:defRPr>
      </a:lvl8pPr>
      <a:lvl9pPr marL="2487880" algn="l" defTabSz="1218026" rtl="0" eaLnBrk="1" fontAlgn="base" hangingPunct="1">
        <a:spcBef>
          <a:spcPct val="0"/>
        </a:spcBef>
        <a:spcAft>
          <a:spcPct val="0"/>
        </a:spcAft>
        <a:defRPr lang="x-none" sz="2584" b="1">
          <a:solidFill>
            <a:schemeClr val="tx2"/>
          </a:solidFill>
          <a:latin typeface="Arial" charset="0"/>
        </a:defRPr>
      </a:lvl9pPr>
    </p:titleStyle>
    <p:bodyStyle>
      <a:lvl1pPr marL="0" indent="0" algn="l" defTabSz="12180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lang="x-none" sz="1600" baseline="0">
          <a:solidFill>
            <a:schemeClr val="tx1"/>
          </a:solidFill>
          <a:latin typeface="+mn-lt"/>
          <a:ea typeface="+mn-ea"/>
          <a:cs typeface="+mn-cs"/>
        </a:defRPr>
      </a:lvl1pPr>
      <a:lvl2pPr marL="193675" indent="-192088" algn="l" defTabSz="12180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anose="020B0604020202020204" pitchFamily="34" charset="0"/>
        <a:buChar char="▪"/>
        <a:defRPr lang="x-none" sz="1600" baseline="0">
          <a:solidFill>
            <a:schemeClr val="tx1"/>
          </a:solidFill>
          <a:latin typeface="+mn-lt"/>
        </a:defRPr>
      </a:lvl2pPr>
      <a:lvl3pPr marL="457200" indent="-265176" algn="l" defTabSz="12180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anose="020B0604020202020204" pitchFamily="34" charset="0"/>
        <a:buChar char="–"/>
        <a:defRPr lang="x-none" sz="1600" baseline="0">
          <a:solidFill>
            <a:schemeClr val="tx1"/>
          </a:solidFill>
          <a:latin typeface="+mn-lt"/>
        </a:defRPr>
      </a:lvl3pPr>
      <a:lvl4pPr marL="612648" indent="-155448" algn="l" defTabSz="12180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anose="020B0604020202020204" pitchFamily="34" charset="0"/>
        <a:buChar char="▫"/>
        <a:defRPr lang="x-none" sz="1600" baseline="0">
          <a:solidFill>
            <a:schemeClr val="tx1"/>
          </a:solidFill>
          <a:latin typeface="+mn-lt"/>
        </a:defRPr>
      </a:lvl4pPr>
      <a:lvl5pPr marL="749808" indent="-128016" algn="l" defTabSz="12180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anose="020B0604020202020204" pitchFamily="34" charset="0"/>
        <a:buChar char="-"/>
        <a:defRPr lang="x-none" sz="1600" baseline="0">
          <a:solidFill>
            <a:schemeClr val="tx1"/>
          </a:solidFill>
          <a:latin typeface="+mn-lt"/>
        </a:defRPr>
      </a:lvl5pPr>
      <a:lvl6pPr marL="1020030" indent="-177089" algn="l" defTabSz="12180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2176" baseline="0">
          <a:solidFill>
            <a:schemeClr val="tx1"/>
          </a:solidFill>
          <a:latin typeface="+mn-lt"/>
        </a:defRPr>
      </a:lvl6pPr>
      <a:lvl7pPr marL="1020030" indent="-177089" algn="l" defTabSz="12180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2176" baseline="0">
          <a:solidFill>
            <a:schemeClr val="tx1"/>
          </a:solidFill>
          <a:latin typeface="+mn-lt"/>
        </a:defRPr>
      </a:lvl7pPr>
      <a:lvl8pPr marL="1020030" indent="-177089" algn="l" defTabSz="12180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2176" baseline="0">
          <a:solidFill>
            <a:schemeClr val="tx1"/>
          </a:solidFill>
          <a:latin typeface="+mn-lt"/>
        </a:defRPr>
      </a:lvl8pPr>
      <a:lvl9pPr marL="1020030" indent="-177089" algn="l" defTabSz="121802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2176" baseline="0">
          <a:solidFill>
            <a:schemeClr val="tx1"/>
          </a:solidFill>
          <a:latin typeface="+mn-lt"/>
        </a:defRPr>
      </a:lvl9pPr>
    </p:bodyStyle>
    <p:otherStyle>
      <a:defPPr>
        <a:defRPr lang="x-none"/>
      </a:defPPr>
      <a:lvl1pPr marL="0" algn="l" defTabSz="1243941" rtl="0" eaLnBrk="1" latinLnBrk="0" hangingPunct="1">
        <a:defRPr lang="x-none" sz="2448" kern="1200">
          <a:solidFill>
            <a:schemeClr val="tx1"/>
          </a:solidFill>
          <a:latin typeface="+mn-lt"/>
          <a:ea typeface="+mn-ea"/>
          <a:cs typeface="+mn-cs"/>
        </a:defRPr>
      </a:lvl1pPr>
      <a:lvl2pPr marL="621970" algn="l" defTabSz="1243941" rtl="0" eaLnBrk="1" latinLnBrk="0" hangingPunct="1">
        <a:defRPr lang="x-none" sz="2448" kern="1200">
          <a:solidFill>
            <a:schemeClr val="tx1"/>
          </a:solidFill>
          <a:latin typeface="+mn-lt"/>
          <a:ea typeface="+mn-ea"/>
          <a:cs typeface="+mn-cs"/>
        </a:defRPr>
      </a:lvl2pPr>
      <a:lvl3pPr marL="1243941" algn="l" defTabSz="1243941" rtl="0" eaLnBrk="1" latinLnBrk="0" hangingPunct="1">
        <a:defRPr lang="x-none" sz="2448" kern="1200">
          <a:solidFill>
            <a:schemeClr val="tx1"/>
          </a:solidFill>
          <a:latin typeface="+mn-lt"/>
          <a:ea typeface="+mn-ea"/>
          <a:cs typeface="+mn-cs"/>
        </a:defRPr>
      </a:lvl3pPr>
      <a:lvl4pPr marL="1865909" algn="l" defTabSz="1243941" rtl="0" eaLnBrk="1" latinLnBrk="0" hangingPunct="1">
        <a:defRPr lang="x-none" sz="2448" kern="1200">
          <a:solidFill>
            <a:schemeClr val="tx1"/>
          </a:solidFill>
          <a:latin typeface="+mn-lt"/>
          <a:ea typeface="+mn-ea"/>
          <a:cs typeface="+mn-cs"/>
        </a:defRPr>
      </a:lvl4pPr>
      <a:lvl5pPr marL="2487880" algn="l" defTabSz="1243941" rtl="0" eaLnBrk="1" latinLnBrk="0" hangingPunct="1">
        <a:defRPr lang="x-none" sz="2448" kern="1200">
          <a:solidFill>
            <a:schemeClr val="tx1"/>
          </a:solidFill>
          <a:latin typeface="+mn-lt"/>
          <a:ea typeface="+mn-ea"/>
          <a:cs typeface="+mn-cs"/>
        </a:defRPr>
      </a:lvl5pPr>
      <a:lvl6pPr marL="3109850" algn="l" defTabSz="1243941" rtl="0" eaLnBrk="1" latinLnBrk="0" hangingPunct="1">
        <a:defRPr lang="x-none" sz="2448" kern="1200">
          <a:solidFill>
            <a:schemeClr val="tx1"/>
          </a:solidFill>
          <a:latin typeface="+mn-lt"/>
          <a:ea typeface="+mn-ea"/>
          <a:cs typeface="+mn-cs"/>
        </a:defRPr>
      </a:lvl6pPr>
      <a:lvl7pPr marL="3731821" algn="l" defTabSz="1243941" rtl="0" eaLnBrk="1" latinLnBrk="0" hangingPunct="1">
        <a:defRPr lang="x-none" sz="2448" kern="1200">
          <a:solidFill>
            <a:schemeClr val="tx1"/>
          </a:solidFill>
          <a:latin typeface="+mn-lt"/>
          <a:ea typeface="+mn-ea"/>
          <a:cs typeface="+mn-cs"/>
        </a:defRPr>
      </a:lvl7pPr>
      <a:lvl8pPr marL="4353790" algn="l" defTabSz="1243941" rtl="0" eaLnBrk="1" latinLnBrk="0" hangingPunct="1">
        <a:defRPr lang="x-none" sz="2448" kern="1200">
          <a:solidFill>
            <a:schemeClr val="tx1"/>
          </a:solidFill>
          <a:latin typeface="+mn-lt"/>
          <a:ea typeface="+mn-ea"/>
          <a:cs typeface="+mn-cs"/>
        </a:defRPr>
      </a:lvl8pPr>
      <a:lvl9pPr marL="4975761" algn="l" defTabSz="1243941" rtl="0" eaLnBrk="1" latinLnBrk="0" hangingPunct="1">
        <a:defRPr lang="x-none" sz="24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10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8.png"/><Relationship Id="rId4" Type="http://schemas.openxmlformats.org/officeDocument/2006/relationships/image" Target="../media/image31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" Type="http://schemas.microsoft.com/office/2018/10/relationships/comments" Target="../comments/modernComment_7FFFDDB6_146D1F41.xml"/><Relationship Id="rId21" Type="http://schemas.openxmlformats.org/officeDocument/2006/relationships/image" Target="../media/image49.png"/><Relationship Id="rId7" Type="http://schemas.openxmlformats.org/officeDocument/2006/relationships/image" Target="../media/image24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10.png"/><Relationship Id="rId24" Type="http://schemas.openxmlformats.org/officeDocument/2006/relationships/image" Target="../media/image52.png"/><Relationship Id="rId5" Type="http://schemas.openxmlformats.org/officeDocument/2006/relationships/image" Target="../media/image36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10" Type="http://schemas.openxmlformats.org/officeDocument/2006/relationships/image" Target="../media/image39.png"/><Relationship Id="rId19" Type="http://schemas.openxmlformats.org/officeDocument/2006/relationships/image" Target="../media/image47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Relationship Id="rId27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4B5AE-9528-2FF8-4C3A-8D2BB797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7C8F4E5-5486-587B-98AB-FAFC411D1D9D}"/>
              </a:ext>
            </a:extLst>
          </p:cNvPr>
          <p:cNvSpPr/>
          <p:nvPr/>
        </p:nvSpPr>
        <p:spPr>
          <a:xfrm>
            <a:off x="6137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CD4C362A-E7ED-FF16-E512-B8831271727B}"/>
              </a:ext>
            </a:extLst>
          </p:cNvPr>
          <p:cNvSpPr txBox="1">
            <a:spLocks/>
          </p:cNvSpPr>
          <p:nvPr/>
        </p:nvSpPr>
        <p:spPr>
          <a:xfrm>
            <a:off x="1817598" y="3296918"/>
            <a:ext cx="5040403" cy="496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endParaRPr lang="en-GB" kern="0" noProof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F03917-A51C-FF6A-07E6-A364919AA5FA}"/>
              </a:ext>
            </a:extLst>
          </p:cNvPr>
          <p:cNvGrpSpPr/>
          <p:nvPr/>
        </p:nvGrpSpPr>
        <p:grpSpPr>
          <a:xfrm>
            <a:off x="16812" y="6543872"/>
            <a:ext cx="12067614" cy="286632"/>
            <a:chOff x="285750" y="6115054"/>
            <a:chExt cx="5186363" cy="47369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114F549-110C-8732-F778-262C3EC7D698}"/>
                </a:ext>
              </a:extLst>
            </p:cNvPr>
            <p:cNvSpPr/>
            <p:nvPr/>
          </p:nvSpPr>
          <p:spPr>
            <a:xfrm>
              <a:off x="285750" y="6115054"/>
              <a:ext cx="5186363" cy="137160"/>
            </a:xfrm>
            <a:prstGeom prst="rect">
              <a:avLst/>
            </a:prstGeom>
            <a:solidFill>
              <a:srgbClr val="1068D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72F6819-73D2-5E10-5D9A-843D5D70912E}"/>
                </a:ext>
              </a:extLst>
            </p:cNvPr>
            <p:cNvSpPr/>
            <p:nvPr/>
          </p:nvSpPr>
          <p:spPr>
            <a:xfrm>
              <a:off x="285750" y="6283320"/>
              <a:ext cx="3871913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940892-478C-ED6C-6CE9-3BC2D2894AF2}"/>
                </a:ext>
              </a:extLst>
            </p:cNvPr>
            <p:cNvSpPr/>
            <p:nvPr/>
          </p:nvSpPr>
          <p:spPr>
            <a:xfrm>
              <a:off x="285751" y="6451585"/>
              <a:ext cx="2700338" cy="137160"/>
            </a:xfrm>
            <a:prstGeom prst="rect">
              <a:avLst/>
            </a:prstGeom>
            <a:solidFill>
              <a:srgbClr val="09316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A437E4E-D3F8-EFBA-CEB7-0452224D391A}"/>
              </a:ext>
            </a:extLst>
          </p:cNvPr>
          <p:cNvSpPr txBox="1"/>
          <p:nvPr/>
        </p:nvSpPr>
        <p:spPr>
          <a:xfrm>
            <a:off x="4349474" y="6220781"/>
            <a:ext cx="34930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i="1" noProof="0">
                <a:solidFill>
                  <a:schemeClr val="bg2"/>
                </a:solidFill>
              </a:rPr>
              <a:t>Making Energy Flow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B69708A-B79F-6027-B64F-43B72A1109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8595360" y="3383280"/>
            <a:ext cx="4206240" cy="420624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A512C78-500E-5B5D-50C6-C78DA5C1945F}"/>
              </a:ext>
            </a:extLst>
          </p:cNvPr>
          <p:cNvSpPr/>
          <p:nvPr/>
        </p:nvSpPr>
        <p:spPr>
          <a:xfrm>
            <a:off x="0" y="129844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300">
                <a:solidFill>
                  <a:srgbClr val="3E9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DEPARTMENT</a:t>
            </a:r>
            <a:endParaRPr lang="en-US" sz="150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527DC8E9-8951-E3A1-7212-5B052A23A84F}"/>
              </a:ext>
            </a:extLst>
          </p:cNvPr>
          <p:cNvSpPr/>
          <p:nvPr/>
        </p:nvSpPr>
        <p:spPr>
          <a:xfrm>
            <a:off x="457200" y="1783080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</a:t>
            </a:r>
            <a:r>
              <a:rPr lang="en-US" sz="3000" b="1">
                <a:solidFill>
                  <a:srgbClr val="9F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</a:t>
            </a: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300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C3CD00B-201C-7045-1A3C-ABA3136AFE54}"/>
              </a:ext>
            </a:extLst>
          </p:cNvPr>
          <p:cNvSpPr/>
          <p:nvPr/>
        </p:nvSpPr>
        <p:spPr>
          <a:xfrm>
            <a:off x="1280160" y="2880360"/>
            <a:ext cx="9631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framework for managing opportunities from origination to revenue</a:t>
            </a:r>
            <a:endParaRPr lang="en-US" sz="130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F1020B5A-7CDC-D3C7-C5A7-ACCA52176ADD}"/>
              </a:ext>
            </a:extLst>
          </p:cNvPr>
          <p:cNvSpPr/>
          <p:nvPr/>
        </p:nvSpPr>
        <p:spPr>
          <a:xfrm>
            <a:off x="1258672" y="4160520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2E4C8A"/>
          </a:solidFill>
          <a:ln w="12700">
            <a:solidFill>
              <a:srgbClr val="3E5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4F0D26B3-A796-D632-6CD7-7812D3C25EC4}"/>
              </a:ext>
            </a:extLst>
          </p:cNvPr>
          <p:cNvSpPr/>
          <p:nvPr/>
        </p:nvSpPr>
        <p:spPr>
          <a:xfrm>
            <a:off x="1258672" y="416052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</a:t>
            </a:r>
            <a:endParaRPr lang="en-US" sz="90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BE244ACF-CD45-87D4-8F03-B5570E754F5B}"/>
              </a:ext>
            </a:extLst>
          </p:cNvPr>
          <p:cNvSpPr/>
          <p:nvPr/>
        </p:nvSpPr>
        <p:spPr>
          <a:xfrm>
            <a:off x="2941168" y="4242816"/>
            <a:ext cx="274320" cy="310896"/>
          </a:xfrm>
          <a:prstGeom prst="chevron">
            <a:avLst/>
          </a:prstGeom>
          <a:solidFill>
            <a:srgbClr val="3E9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8A17077F-2BB3-0827-00DA-53ABAD7A8CB3}"/>
              </a:ext>
            </a:extLst>
          </p:cNvPr>
          <p:cNvSpPr/>
          <p:nvPr/>
        </p:nvSpPr>
        <p:spPr>
          <a:xfrm>
            <a:off x="3270352" y="4160520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2E4C8A"/>
          </a:solidFill>
          <a:ln w="12700">
            <a:solidFill>
              <a:srgbClr val="3E5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F5AB6C03-2F42-068E-70C5-8FF06C4B9718}"/>
              </a:ext>
            </a:extLst>
          </p:cNvPr>
          <p:cNvSpPr/>
          <p:nvPr/>
        </p:nvSpPr>
        <p:spPr>
          <a:xfrm>
            <a:off x="3270352" y="416052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</a:t>
            </a:r>
            <a:endParaRPr lang="en-US" sz="90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F22ABD74-0289-0463-C5CB-4A7112E6DC50}"/>
              </a:ext>
            </a:extLst>
          </p:cNvPr>
          <p:cNvSpPr/>
          <p:nvPr/>
        </p:nvSpPr>
        <p:spPr>
          <a:xfrm>
            <a:off x="4952848" y="4242816"/>
            <a:ext cx="274320" cy="310896"/>
          </a:xfrm>
          <a:prstGeom prst="chevron">
            <a:avLst/>
          </a:prstGeom>
          <a:solidFill>
            <a:srgbClr val="3E9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08ACCEA-14F7-81B6-D9F5-127F780054F5}"/>
              </a:ext>
            </a:extLst>
          </p:cNvPr>
          <p:cNvSpPr/>
          <p:nvPr/>
        </p:nvSpPr>
        <p:spPr>
          <a:xfrm>
            <a:off x="5282032" y="4160520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2E4C8A"/>
          </a:solidFill>
          <a:ln w="12700">
            <a:solidFill>
              <a:srgbClr val="3E5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2ABB0DD9-B3A1-64D8-EB9B-F9801676D96F}"/>
              </a:ext>
            </a:extLst>
          </p:cNvPr>
          <p:cNvSpPr/>
          <p:nvPr/>
        </p:nvSpPr>
        <p:spPr>
          <a:xfrm>
            <a:off x="5282032" y="416052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90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7DE695BA-58D1-B1B1-6D20-1A8702269997}"/>
              </a:ext>
            </a:extLst>
          </p:cNvPr>
          <p:cNvSpPr/>
          <p:nvPr/>
        </p:nvSpPr>
        <p:spPr>
          <a:xfrm>
            <a:off x="6964528" y="4242816"/>
            <a:ext cx="274320" cy="310896"/>
          </a:xfrm>
          <a:prstGeom prst="chevron">
            <a:avLst/>
          </a:prstGeom>
          <a:solidFill>
            <a:srgbClr val="3E9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CB5248E1-3439-E833-F7D6-3EF992B25EDC}"/>
              </a:ext>
            </a:extLst>
          </p:cNvPr>
          <p:cNvSpPr/>
          <p:nvPr/>
        </p:nvSpPr>
        <p:spPr>
          <a:xfrm>
            <a:off x="7293712" y="4160520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2E4C8A"/>
          </a:solidFill>
          <a:ln w="12700">
            <a:solidFill>
              <a:srgbClr val="3E5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1214DB24-F508-F7E2-B14F-819963CD412B}"/>
              </a:ext>
            </a:extLst>
          </p:cNvPr>
          <p:cNvSpPr/>
          <p:nvPr/>
        </p:nvSpPr>
        <p:spPr>
          <a:xfrm>
            <a:off x="7293712" y="416052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900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3818F6B7-FF4B-6A59-A6BB-8BD6EA874159}"/>
              </a:ext>
            </a:extLst>
          </p:cNvPr>
          <p:cNvSpPr/>
          <p:nvPr/>
        </p:nvSpPr>
        <p:spPr>
          <a:xfrm>
            <a:off x="8976208" y="4242816"/>
            <a:ext cx="274320" cy="310896"/>
          </a:xfrm>
          <a:prstGeom prst="chevron">
            <a:avLst/>
          </a:prstGeom>
          <a:solidFill>
            <a:srgbClr val="3E91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F1C96830-39EF-AAED-8D82-69DE897CB3CA}"/>
              </a:ext>
            </a:extLst>
          </p:cNvPr>
          <p:cNvSpPr/>
          <p:nvPr/>
        </p:nvSpPr>
        <p:spPr>
          <a:xfrm>
            <a:off x="9305392" y="4160520"/>
            <a:ext cx="1627632" cy="475488"/>
          </a:xfrm>
          <a:prstGeom prst="roundRect">
            <a:avLst>
              <a:gd name="adj" fmla="val 15385"/>
            </a:avLst>
          </a:prstGeom>
          <a:solidFill>
            <a:srgbClr val="2E4C8A"/>
          </a:solidFill>
          <a:ln w="12700">
            <a:solidFill>
              <a:srgbClr val="3E5D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91ED7D25-C926-1AAB-9A75-5C1D98C1290D}"/>
              </a:ext>
            </a:extLst>
          </p:cNvPr>
          <p:cNvSpPr/>
          <p:nvPr/>
        </p:nvSpPr>
        <p:spPr>
          <a:xfrm>
            <a:off x="9305392" y="416052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900"/>
          </a:p>
        </p:txBody>
      </p:sp>
      <p:pic>
        <p:nvPicPr>
          <p:cNvPr id="30" name="Picture 29" descr="DEL's logo depicts a stylized, blue, green, and white striped design, representing the company's branding for their decentralized energy services.&#10;&#10;AI-generated content may be incorrect.">
            <a:extLst>
              <a:ext uri="{FF2B5EF4-FFF2-40B4-BE49-F238E27FC236}">
                <a16:creationId xmlns:a16="http://schemas.microsoft.com/office/drawing/2014/main" id="{2E699EB3-9DB8-A413-7986-8AAC34E53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528" y="116827"/>
            <a:ext cx="2741231" cy="106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66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A60D8-C742-59C7-901C-61FA49202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F438FB4D-3186-337B-FBDB-40DF54DEE7A0}"/>
              </a:ext>
            </a:extLst>
          </p:cNvPr>
          <p:cNvSpPr txBox="1"/>
          <p:nvPr/>
        </p:nvSpPr>
        <p:spPr>
          <a:xfrm>
            <a:off x="358129" y="160493"/>
            <a:ext cx="9960457" cy="5070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200" b="1" noProof="0">
                <a:solidFill>
                  <a:srgbClr val="054D4D"/>
                </a:solidFill>
                <a:cs typeface="Arial" panose="020B0604020202020204" pitchFamily="34" charset="0"/>
              </a:rPr>
              <a:t>WHY THIS DOCUMENT</a:t>
            </a:r>
          </a:p>
        </p:txBody>
      </p:sp>
      <p:sp>
        <p:nvSpPr>
          <p:cNvPr id="123" name="Text 2">
            <a:extLst>
              <a:ext uri="{FF2B5EF4-FFF2-40B4-BE49-F238E27FC236}">
                <a16:creationId xmlns:a16="http://schemas.microsoft.com/office/drawing/2014/main" id="{0F5FB750-527C-EC5F-10A9-DF66A6D14BAF}"/>
              </a:ext>
            </a:extLst>
          </p:cNvPr>
          <p:cNvSpPr/>
          <p:nvPr/>
        </p:nvSpPr>
        <p:spPr>
          <a:xfrm>
            <a:off x="472115" y="645782"/>
            <a:ext cx="11338560" cy="318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noProof="0">
                <a:solidFill>
                  <a:srgbClr val="4A5568"/>
                </a:solidFill>
                <a:cs typeface="Arial" panose="020B0604020202020204" pitchFamily="34" charset="0"/>
              </a:rPr>
              <a:t>Purpose of the BD Process Document</a:t>
            </a:r>
          </a:p>
        </p:txBody>
      </p:sp>
      <p:sp>
        <p:nvSpPr>
          <p:cNvPr id="124" name="Shape 3">
            <a:extLst>
              <a:ext uri="{FF2B5EF4-FFF2-40B4-BE49-F238E27FC236}">
                <a16:creationId xmlns:a16="http://schemas.microsoft.com/office/drawing/2014/main" id="{6140B934-621A-7ED6-4F9F-CFDC5C64CFB8}"/>
              </a:ext>
            </a:extLst>
          </p:cNvPr>
          <p:cNvSpPr/>
          <p:nvPr/>
        </p:nvSpPr>
        <p:spPr>
          <a:xfrm>
            <a:off x="438994" y="930402"/>
            <a:ext cx="11338560" cy="0"/>
          </a:xfrm>
          <a:prstGeom prst="line">
            <a:avLst/>
          </a:prstGeom>
          <a:noFill/>
          <a:ln w="10160">
            <a:solidFill>
              <a:srgbClr val="1A9E9E"/>
            </a:solidFill>
            <a:prstDash val="solid"/>
          </a:ln>
        </p:spPr>
        <p:txBody>
          <a:bodyPr/>
          <a:lstStyle/>
          <a:p>
            <a:endParaRPr lang="en-GB" sz="2400" noProof="0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D1EA6023-2E84-F296-A510-EEC13A431AD2}"/>
              </a:ext>
            </a:extLst>
          </p:cNvPr>
          <p:cNvSpPr/>
          <p:nvPr/>
        </p:nvSpPr>
        <p:spPr>
          <a:xfrm>
            <a:off x="566928" y="1297124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>
                <a:solidFill>
                  <a:srgbClr val="1A2332"/>
                </a:solidFill>
                <a:ea typeface="Calibri"/>
                <a:cs typeface="Calibri"/>
              </a:rPr>
              <a:t>This document defines one repeatable way for DEL's Commercial Department to source, screen, develop, convert and manage commercial opportunities, so growth is deliberate, documented and accountable, not ad hoc.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D7DC6309-8734-089E-7394-36B00916CF7E}"/>
              </a:ext>
            </a:extLst>
          </p:cNvPr>
          <p:cNvSpPr/>
          <p:nvPr/>
        </p:nvSpPr>
        <p:spPr>
          <a:xfrm>
            <a:off x="566928" y="22572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WHAT IT GIVES THE COMMERCIAL TEAM</a:t>
            </a:r>
            <a:endParaRPr lang="en-US" sz="1200"/>
          </a:p>
        </p:txBody>
      </p:sp>
      <p:sp>
        <p:nvSpPr>
          <p:cNvPr id="69" name="Shape 5">
            <a:extLst>
              <a:ext uri="{FF2B5EF4-FFF2-40B4-BE49-F238E27FC236}">
                <a16:creationId xmlns:a16="http://schemas.microsoft.com/office/drawing/2014/main" id="{E3A5F40C-1603-306C-1633-D0D03C099DFC}"/>
              </a:ext>
            </a:extLst>
          </p:cNvPr>
          <p:cNvSpPr/>
          <p:nvPr/>
        </p:nvSpPr>
        <p:spPr>
          <a:xfrm>
            <a:off x="566928" y="259557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0" name="Image 1" descr="preencoded.png">
            <a:extLst>
              <a:ext uri="{FF2B5EF4-FFF2-40B4-BE49-F238E27FC236}">
                <a16:creationId xmlns:a16="http://schemas.microsoft.com/office/drawing/2014/main" id="{CC01E829-9CF6-C386-7FDF-3146A1655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2719016"/>
            <a:ext cx="210312" cy="210312"/>
          </a:xfrm>
          <a:prstGeom prst="rect">
            <a:avLst/>
          </a:prstGeom>
        </p:spPr>
      </p:pic>
      <p:sp>
        <p:nvSpPr>
          <p:cNvPr id="71" name="Text 6">
            <a:extLst>
              <a:ext uri="{FF2B5EF4-FFF2-40B4-BE49-F238E27FC236}">
                <a16:creationId xmlns:a16="http://schemas.microsoft.com/office/drawing/2014/main" id="{06D15683-38A8-51D3-85BA-2CB29568BECB}"/>
              </a:ext>
            </a:extLst>
          </p:cNvPr>
          <p:cNvSpPr/>
          <p:nvPr/>
        </p:nvSpPr>
        <p:spPr>
          <a:xfrm>
            <a:off x="1170432" y="2558996"/>
            <a:ext cx="4882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Visibility   </a:t>
            </a:r>
            <a:r>
              <a:rPr lang="en-US" sz="1200">
                <a:solidFill>
                  <a:srgbClr val="5C6776"/>
                </a:solidFill>
                <a:ea typeface="Calibri" pitchFamily="34" charset="-122"/>
                <a:cs typeface="Calibri" pitchFamily="34" charset="-120"/>
              </a:rPr>
              <a:t>Every opportunity is seen, tracked and owned</a:t>
            </a:r>
            <a:endParaRPr lang="en-US" sz="1400"/>
          </a:p>
        </p:txBody>
      </p:sp>
      <p:sp>
        <p:nvSpPr>
          <p:cNvPr id="72" name="Shape 7">
            <a:extLst>
              <a:ext uri="{FF2B5EF4-FFF2-40B4-BE49-F238E27FC236}">
                <a16:creationId xmlns:a16="http://schemas.microsoft.com/office/drawing/2014/main" id="{21A160C8-6714-F376-D666-4C4892E23A30}"/>
              </a:ext>
            </a:extLst>
          </p:cNvPr>
          <p:cNvSpPr/>
          <p:nvPr/>
        </p:nvSpPr>
        <p:spPr>
          <a:xfrm>
            <a:off x="566928" y="327222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2" descr="preencoded.png">
            <a:extLst>
              <a:ext uri="{FF2B5EF4-FFF2-40B4-BE49-F238E27FC236}">
                <a16:creationId xmlns:a16="http://schemas.microsoft.com/office/drawing/2014/main" id="{74099479-FD68-5015-6C9B-ED47AD72A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3395672"/>
            <a:ext cx="210312" cy="210312"/>
          </a:xfrm>
          <a:prstGeom prst="rect">
            <a:avLst/>
          </a:prstGeom>
        </p:spPr>
      </p:pic>
      <p:sp>
        <p:nvSpPr>
          <p:cNvPr id="74" name="Text 8">
            <a:extLst>
              <a:ext uri="{FF2B5EF4-FFF2-40B4-BE49-F238E27FC236}">
                <a16:creationId xmlns:a16="http://schemas.microsoft.com/office/drawing/2014/main" id="{8AC68ECD-CB9D-6CA9-3974-4813FF1FF947}"/>
              </a:ext>
            </a:extLst>
          </p:cNvPr>
          <p:cNvSpPr/>
          <p:nvPr/>
        </p:nvSpPr>
        <p:spPr>
          <a:xfrm>
            <a:off x="1170432" y="3235652"/>
            <a:ext cx="4882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Structure   </a:t>
            </a:r>
            <a:r>
              <a:rPr lang="en-US" sz="1200">
                <a:solidFill>
                  <a:srgbClr val="5C6776"/>
                </a:solidFill>
                <a:ea typeface="Calibri" pitchFamily="34" charset="-122"/>
                <a:cs typeface="Calibri" pitchFamily="34" charset="-120"/>
              </a:rPr>
              <a:t>A single, repeatable process across all business lines</a:t>
            </a:r>
            <a:endParaRPr lang="en-US" sz="1400"/>
          </a:p>
        </p:txBody>
      </p:sp>
      <p:sp>
        <p:nvSpPr>
          <p:cNvPr id="75" name="Shape 9">
            <a:extLst>
              <a:ext uri="{FF2B5EF4-FFF2-40B4-BE49-F238E27FC236}">
                <a16:creationId xmlns:a16="http://schemas.microsoft.com/office/drawing/2014/main" id="{BB40A1E7-551A-B210-77DB-BAEE77D29473}"/>
              </a:ext>
            </a:extLst>
          </p:cNvPr>
          <p:cNvSpPr/>
          <p:nvPr/>
        </p:nvSpPr>
        <p:spPr>
          <a:xfrm>
            <a:off x="566928" y="394888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7" name="Image 3" descr="preencoded.png">
            <a:extLst>
              <a:ext uri="{FF2B5EF4-FFF2-40B4-BE49-F238E27FC236}">
                <a16:creationId xmlns:a16="http://schemas.microsoft.com/office/drawing/2014/main" id="{08064448-E3D5-1452-5CDD-81FF68E48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4072328"/>
            <a:ext cx="210312" cy="210312"/>
          </a:xfrm>
          <a:prstGeom prst="rect">
            <a:avLst/>
          </a:prstGeom>
        </p:spPr>
      </p:pic>
      <p:sp>
        <p:nvSpPr>
          <p:cNvPr id="78" name="Text 10">
            <a:extLst>
              <a:ext uri="{FF2B5EF4-FFF2-40B4-BE49-F238E27FC236}">
                <a16:creationId xmlns:a16="http://schemas.microsoft.com/office/drawing/2014/main" id="{A6F4F262-0610-C9E8-9C43-5BB7F18BDD17}"/>
              </a:ext>
            </a:extLst>
          </p:cNvPr>
          <p:cNvSpPr/>
          <p:nvPr/>
        </p:nvSpPr>
        <p:spPr>
          <a:xfrm>
            <a:off x="1170432" y="3912308"/>
            <a:ext cx="4882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Speed   </a:t>
            </a:r>
            <a:r>
              <a:rPr lang="en-US" sz="1200">
                <a:solidFill>
                  <a:srgbClr val="5C6776"/>
                </a:solidFill>
                <a:ea typeface="Calibri" pitchFamily="34" charset="-122"/>
                <a:cs typeface="Calibri" pitchFamily="34" charset="-120"/>
              </a:rPr>
              <a:t>Clear next actions and owners remove delay</a:t>
            </a:r>
            <a:endParaRPr lang="en-US" sz="1400"/>
          </a:p>
        </p:txBody>
      </p:sp>
      <p:sp>
        <p:nvSpPr>
          <p:cNvPr id="79" name="Shape 11">
            <a:extLst>
              <a:ext uri="{FF2B5EF4-FFF2-40B4-BE49-F238E27FC236}">
                <a16:creationId xmlns:a16="http://schemas.microsoft.com/office/drawing/2014/main" id="{5B934FFA-D7D9-AA87-1CF8-E6DE7A5FED0C}"/>
              </a:ext>
            </a:extLst>
          </p:cNvPr>
          <p:cNvSpPr/>
          <p:nvPr/>
        </p:nvSpPr>
        <p:spPr>
          <a:xfrm>
            <a:off x="566928" y="46255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0" name="Image 4" descr="preencoded.png">
            <a:extLst>
              <a:ext uri="{FF2B5EF4-FFF2-40B4-BE49-F238E27FC236}">
                <a16:creationId xmlns:a16="http://schemas.microsoft.com/office/drawing/2014/main" id="{A0C56707-8D96-207C-BE71-B2D5FB8B7D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" y="4748984"/>
            <a:ext cx="210312" cy="210312"/>
          </a:xfrm>
          <a:prstGeom prst="rect">
            <a:avLst/>
          </a:prstGeom>
        </p:spPr>
      </p:pic>
      <p:sp>
        <p:nvSpPr>
          <p:cNvPr id="81" name="Text 12">
            <a:extLst>
              <a:ext uri="{FF2B5EF4-FFF2-40B4-BE49-F238E27FC236}">
                <a16:creationId xmlns:a16="http://schemas.microsoft.com/office/drawing/2014/main" id="{18DAB745-4E0A-89C6-165E-61566393F255}"/>
              </a:ext>
            </a:extLst>
          </p:cNvPr>
          <p:cNvSpPr/>
          <p:nvPr/>
        </p:nvSpPr>
        <p:spPr>
          <a:xfrm>
            <a:off x="1170432" y="4588964"/>
            <a:ext cx="4882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Documentation   </a:t>
            </a:r>
            <a:r>
              <a:rPr lang="en-US" sz="1200">
                <a:solidFill>
                  <a:srgbClr val="5C6776"/>
                </a:solidFill>
                <a:ea typeface="Calibri" pitchFamily="34" charset="-122"/>
                <a:cs typeface="Calibri" pitchFamily="34" charset="-120"/>
              </a:rPr>
              <a:t>Decisions, reasons and history are recorded</a:t>
            </a:r>
            <a:endParaRPr lang="en-US" sz="1400"/>
          </a:p>
        </p:txBody>
      </p:sp>
      <p:sp>
        <p:nvSpPr>
          <p:cNvPr id="82" name="Shape 13">
            <a:extLst>
              <a:ext uri="{FF2B5EF4-FFF2-40B4-BE49-F238E27FC236}">
                <a16:creationId xmlns:a16="http://schemas.microsoft.com/office/drawing/2014/main" id="{D5544C32-4CC3-1B19-AC16-8A15CCEAC9ED}"/>
              </a:ext>
            </a:extLst>
          </p:cNvPr>
          <p:cNvSpPr/>
          <p:nvPr/>
        </p:nvSpPr>
        <p:spPr>
          <a:xfrm>
            <a:off x="566928" y="5302196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3" name="Image 5" descr="preencoded.png">
            <a:extLst>
              <a:ext uri="{FF2B5EF4-FFF2-40B4-BE49-F238E27FC236}">
                <a16:creationId xmlns:a16="http://schemas.microsoft.com/office/drawing/2014/main" id="{6A7679B8-9A17-4845-9F26-86884EB70C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" y="5425640"/>
            <a:ext cx="210312" cy="210312"/>
          </a:xfrm>
          <a:prstGeom prst="rect">
            <a:avLst/>
          </a:prstGeom>
        </p:spPr>
      </p:pic>
      <p:sp>
        <p:nvSpPr>
          <p:cNvPr id="84" name="Text 14">
            <a:extLst>
              <a:ext uri="{FF2B5EF4-FFF2-40B4-BE49-F238E27FC236}">
                <a16:creationId xmlns:a16="http://schemas.microsoft.com/office/drawing/2014/main" id="{B9DCA2C0-8E6A-BF78-82DC-2B2EBBB0342B}"/>
              </a:ext>
            </a:extLst>
          </p:cNvPr>
          <p:cNvSpPr/>
          <p:nvPr/>
        </p:nvSpPr>
        <p:spPr>
          <a:xfrm>
            <a:off x="1170432" y="5265620"/>
            <a:ext cx="4882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Accountability   </a:t>
            </a:r>
            <a:r>
              <a:rPr lang="en-US" sz="1200">
                <a:solidFill>
                  <a:srgbClr val="5C6776"/>
                </a:solidFill>
                <a:ea typeface="Calibri" pitchFamily="34" charset="-122"/>
                <a:cs typeface="Calibri" pitchFamily="34" charset="-120"/>
              </a:rPr>
              <a:t>Who does what, by when, is never in doubt</a:t>
            </a:r>
            <a:endParaRPr lang="en-US" sz="1400"/>
          </a:p>
        </p:txBody>
      </p:sp>
      <p:sp>
        <p:nvSpPr>
          <p:cNvPr id="85" name="Shape 15">
            <a:extLst>
              <a:ext uri="{FF2B5EF4-FFF2-40B4-BE49-F238E27FC236}">
                <a16:creationId xmlns:a16="http://schemas.microsoft.com/office/drawing/2014/main" id="{F4C23E54-A968-1719-64C6-FABC6D6BA8A6}"/>
              </a:ext>
            </a:extLst>
          </p:cNvPr>
          <p:cNvSpPr/>
          <p:nvPr/>
        </p:nvSpPr>
        <p:spPr>
          <a:xfrm>
            <a:off x="6446520" y="1297124"/>
            <a:ext cx="5178247" cy="4297680"/>
          </a:xfrm>
          <a:prstGeom prst="roundRect">
            <a:avLst>
              <a:gd name="adj" fmla="val 1915"/>
            </a:avLst>
          </a:prstGeom>
          <a:solidFill>
            <a:srgbClr val="EAF1FB"/>
          </a:solidFill>
          <a:ln w="12700">
            <a:solidFill>
              <a:srgbClr val="C5D2EA"/>
            </a:solidFill>
            <a:prstDash val="solid"/>
          </a:ln>
          <a:effectLst>
            <a:outerShdw blurRad="88900" dist="38100" dir="5400000" algn="bl" rotWithShape="0">
              <a:srgbClr val="8895A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Text 16">
            <a:extLst>
              <a:ext uri="{FF2B5EF4-FFF2-40B4-BE49-F238E27FC236}">
                <a16:creationId xmlns:a16="http://schemas.microsoft.com/office/drawing/2014/main" id="{130BF609-E7A7-5421-4AC4-AF38029E007B}"/>
              </a:ext>
            </a:extLst>
          </p:cNvPr>
          <p:cNvSpPr/>
          <p:nvPr/>
        </p:nvSpPr>
        <p:spPr>
          <a:xfrm>
            <a:off x="6766560" y="1553156"/>
            <a:ext cx="4538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kern="0" spc="50">
                <a:solidFill>
                  <a:srgbClr val="1F3864"/>
                </a:solidFill>
                <a:ea typeface="Calibri"/>
                <a:cs typeface="Calibri"/>
              </a:rPr>
              <a:t>HIGH-LEVEL PIPELINE CONVERSION QUESTIONS THE CEO AND THE BOARD SHOULD ALWAYS BE ABLE TO ANSWER</a:t>
            </a:r>
            <a:endParaRPr lang="en-US" sz="1250">
              <a:ea typeface="Calibri"/>
              <a:cs typeface="Calibri"/>
            </a:endParaRPr>
          </a:p>
        </p:txBody>
      </p:sp>
      <p:pic>
        <p:nvPicPr>
          <p:cNvPr id="87" name="Image 6" descr="preencoded.png">
            <a:extLst>
              <a:ext uri="{FF2B5EF4-FFF2-40B4-BE49-F238E27FC236}">
                <a16:creationId xmlns:a16="http://schemas.microsoft.com/office/drawing/2014/main" id="{B6FC2D0E-84D3-87EB-691A-4DC02B33E6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2193236"/>
            <a:ext cx="201168" cy="201168"/>
          </a:xfrm>
          <a:prstGeom prst="rect">
            <a:avLst/>
          </a:prstGeom>
        </p:spPr>
      </p:pic>
      <p:sp>
        <p:nvSpPr>
          <p:cNvPr id="88" name="Text 17">
            <a:extLst>
              <a:ext uri="{FF2B5EF4-FFF2-40B4-BE49-F238E27FC236}">
                <a16:creationId xmlns:a16="http://schemas.microsoft.com/office/drawing/2014/main" id="{4C6C02FE-9409-11C0-6CBE-C990950EC755}"/>
              </a:ext>
            </a:extLst>
          </p:cNvPr>
          <p:cNvSpPr/>
          <p:nvPr/>
        </p:nvSpPr>
        <p:spPr>
          <a:xfrm>
            <a:off x="7104888" y="2138372"/>
            <a:ext cx="4218127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A2332"/>
                </a:solidFill>
                <a:ea typeface="Calibri" pitchFamily="34" charset="-122"/>
                <a:cs typeface="Calibri" pitchFamily="34" charset="-120"/>
              </a:rPr>
              <a:t>What opportunities are we tracking right now?</a:t>
            </a:r>
            <a:endParaRPr lang="en-US" sz="1200"/>
          </a:p>
        </p:txBody>
      </p:sp>
      <p:pic>
        <p:nvPicPr>
          <p:cNvPr id="89" name="Image 7" descr="preencoded.png">
            <a:extLst>
              <a:ext uri="{FF2B5EF4-FFF2-40B4-BE49-F238E27FC236}">
                <a16:creationId xmlns:a16="http://schemas.microsoft.com/office/drawing/2014/main" id="{C2FCF51B-1DFD-EC7C-35DE-DA5DD04A15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2609288"/>
            <a:ext cx="201168" cy="201168"/>
          </a:xfrm>
          <a:prstGeom prst="rect">
            <a:avLst/>
          </a:prstGeom>
        </p:spPr>
      </p:pic>
      <p:sp>
        <p:nvSpPr>
          <p:cNvPr id="90" name="Text 18">
            <a:extLst>
              <a:ext uri="{FF2B5EF4-FFF2-40B4-BE49-F238E27FC236}">
                <a16:creationId xmlns:a16="http://schemas.microsoft.com/office/drawing/2014/main" id="{18F05736-8048-DEE6-3289-3FC158C7D85A}"/>
              </a:ext>
            </a:extLst>
          </p:cNvPr>
          <p:cNvSpPr/>
          <p:nvPr/>
        </p:nvSpPr>
        <p:spPr>
          <a:xfrm>
            <a:off x="7104888" y="2554424"/>
            <a:ext cx="4218127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A2332"/>
                </a:solidFill>
                <a:ea typeface="Calibri" pitchFamily="34" charset="-122"/>
                <a:cs typeface="Calibri" pitchFamily="34" charset="-120"/>
              </a:rPr>
              <a:t>Where did each opportunity come from?</a:t>
            </a:r>
            <a:endParaRPr lang="en-US" sz="1200"/>
          </a:p>
        </p:txBody>
      </p:sp>
      <p:pic>
        <p:nvPicPr>
          <p:cNvPr id="91" name="Image 8" descr="preencoded.png">
            <a:extLst>
              <a:ext uri="{FF2B5EF4-FFF2-40B4-BE49-F238E27FC236}">
                <a16:creationId xmlns:a16="http://schemas.microsoft.com/office/drawing/2014/main" id="{1213B556-313E-0628-624A-59EE36C1E2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3025340"/>
            <a:ext cx="201168" cy="201168"/>
          </a:xfrm>
          <a:prstGeom prst="rect">
            <a:avLst/>
          </a:prstGeom>
        </p:spPr>
      </p:pic>
      <p:sp>
        <p:nvSpPr>
          <p:cNvPr id="92" name="Text 19">
            <a:extLst>
              <a:ext uri="{FF2B5EF4-FFF2-40B4-BE49-F238E27FC236}">
                <a16:creationId xmlns:a16="http://schemas.microsoft.com/office/drawing/2014/main" id="{1EAC41AD-BCBC-5D6E-4C75-933DD7358F68}"/>
              </a:ext>
            </a:extLst>
          </p:cNvPr>
          <p:cNvSpPr/>
          <p:nvPr/>
        </p:nvSpPr>
        <p:spPr>
          <a:xfrm>
            <a:off x="7104888" y="2970476"/>
            <a:ext cx="4218127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A2332"/>
                </a:solidFill>
                <a:ea typeface="Calibri" pitchFamily="34" charset="-122"/>
                <a:cs typeface="Calibri" pitchFamily="34" charset="-120"/>
              </a:rPr>
              <a:t>Which ones passed or failed the knockout test?</a:t>
            </a:r>
            <a:endParaRPr lang="en-US" sz="1200"/>
          </a:p>
        </p:txBody>
      </p:sp>
      <p:pic>
        <p:nvPicPr>
          <p:cNvPr id="93" name="Image 9" descr="preencoded.png">
            <a:extLst>
              <a:ext uri="{FF2B5EF4-FFF2-40B4-BE49-F238E27FC236}">
                <a16:creationId xmlns:a16="http://schemas.microsoft.com/office/drawing/2014/main" id="{4D5B13B4-96C2-D491-E982-494BC40E40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3441392"/>
            <a:ext cx="201168" cy="201168"/>
          </a:xfrm>
          <a:prstGeom prst="rect">
            <a:avLst/>
          </a:prstGeom>
        </p:spPr>
      </p:pic>
      <p:sp>
        <p:nvSpPr>
          <p:cNvPr id="94" name="Text 20">
            <a:extLst>
              <a:ext uri="{FF2B5EF4-FFF2-40B4-BE49-F238E27FC236}">
                <a16:creationId xmlns:a16="http://schemas.microsoft.com/office/drawing/2014/main" id="{F07F2B27-D099-F440-01C9-19794BA22247}"/>
              </a:ext>
            </a:extLst>
          </p:cNvPr>
          <p:cNvSpPr/>
          <p:nvPr/>
        </p:nvSpPr>
        <p:spPr>
          <a:xfrm>
            <a:off x="7104888" y="3386528"/>
            <a:ext cx="4218127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A2332"/>
                </a:solidFill>
                <a:ea typeface="Calibri" pitchFamily="34" charset="-122"/>
                <a:cs typeface="Calibri" pitchFamily="34" charset="-120"/>
              </a:rPr>
              <a:t>Which are active, and which are parked for later?</a:t>
            </a:r>
            <a:endParaRPr lang="en-US" sz="1200"/>
          </a:p>
        </p:txBody>
      </p:sp>
      <p:pic>
        <p:nvPicPr>
          <p:cNvPr id="95" name="Image 10" descr="preencoded.png">
            <a:extLst>
              <a:ext uri="{FF2B5EF4-FFF2-40B4-BE49-F238E27FC236}">
                <a16:creationId xmlns:a16="http://schemas.microsoft.com/office/drawing/2014/main" id="{C94C4846-EA49-D029-1760-E4EE7F9036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3857444"/>
            <a:ext cx="201168" cy="201168"/>
          </a:xfrm>
          <a:prstGeom prst="rect">
            <a:avLst/>
          </a:prstGeom>
        </p:spPr>
      </p:pic>
      <p:sp>
        <p:nvSpPr>
          <p:cNvPr id="96" name="Text 21">
            <a:extLst>
              <a:ext uri="{FF2B5EF4-FFF2-40B4-BE49-F238E27FC236}">
                <a16:creationId xmlns:a16="http://schemas.microsoft.com/office/drawing/2014/main" id="{B0B94D44-D72C-18C0-2BC7-8EE8599010F3}"/>
              </a:ext>
            </a:extLst>
          </p:cNvPr>
          <p:cNvSpPr/>
          <p:nvPr/>
        </p:nvSpPr>
        <p:spPr>
          <a:xfrm>
            <a:off x="7104888" y="3802580"/>
            <a:ext cx="4218127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A2332"/>
                </a:solidFill>
                <a:ea typeface="Calibri" pitchFamily="34" charset="-122"/>
                <a:cs typeface="Calibri" pitchFamily="34" charset="-120"/>
              </a:rPr>
              <a:t>Why did the opportunities that died, die?</a:t>
            </a:r>
            <a:endParaRPr lang="en-US" sz="1200"/>
          </a:p>
        </p:txBody>
      </p:sp>
      <p:pic>
        <p:nvPicPr>
          <p:cNvPr id="97" name="Image 11" descr="preencoded.png">
            <a:extLst>
              <a:ext uri="{FF2B5EF4-FFF2-40B4-BE49-F238E27FC236}">
                <a16:creationId xmlns:a16="http://schemas.microsoft.com/office/drawing/2014/main" id="{07179863-C6CB-54AD-9705-211AB2DF4C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4273496"/>
            <a:ext cx="201168" cy="201168"/>
          </a:xfrm>
          <a:prstGeom prst="rect">
            <a:avLst/>
          </a:prstGeom>
        </p:spPr>
      </p:pic>
      <p:sp>
        <p:nvSpPr>
          <p:cNvPr id="98" name="Text 22">
            <a:extLst>
              <a:ext uri="{FF2B5EF4-FFF2-40B4-BE49-F238E27FC236}">
                <a16:creationId xmlns:a16="http://schemas.microsoft.com/office/drawing/2014/main" id="{8A1DF0D4-B485-C129-912F-9110DF75C326}"/>
              </a:ext>
            </a:extLst>
          </p:cNvPr>
          <p:cNvSpPr/>
          <p:nvPr/>
        </p:nvSpPr>
        <p:spPr>
          <a:xfrm>
            <a:off x="7104888" y="4218632"/>
            <a:ext cx="4218127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A2332"/>
                </a:solidFill>
                <a:ea typeface="Calibri" pitchFamily="34" charset="-122"/>
                <a:cs typeface="Calibri" pitchFamily="34" charset="-120"/>
              </a:rPr>
              <a:t>How long does it take us to convert a customer?</a:t>
            </a:r>
            <a:endParaRPr lang="en-US" sz="1200"/>
          </a:p>
        </p:txBody>
      </p:sp>
      <p:pic>
        <p:nvPicPr>
          <p:cNvPr id="99" name="Image 12" descr="preencoded.png">
            <a:extLst>
              <a:ext uri="{FF2B5EF4-FFF2-40B4-BE49-F238E27FC236}">
                <a16:creationId xmlns:a16="http://schemas.microsoft.com/office/drawing/2014/main" id="{9D3E600F-A652-11D0-DA3C-5BDE5AF996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4689548"/>
            <a:ext cx="201168" cy="201168"/>
          </a:xfrm>
          <a:prstGeom prst="rect">
            <a:avLst/>
          </a:prstGeom>
        </p:spPr>
      </p:pic>
      <p:sp>
        <p:nvSpPr>
          <p:cNvPr id="100" name="Text 23">
            <a:extLst>
              <a:ext uri="{FF2B5EF4-FFF2-40B4-BE49-F238E27FC236}">
                <a16:creationId xmlns:a16="http://schemas.microsoft.com/office/drawing/2014/main" id="{5BC09C6D-5745-CB20-9EA0-DB5BE341D0AC}"/>
              </a:ext>
            </a:extLst>
          </p:cNvPr>
          <p:cNvSpPr/>
          <p:nvPr/>
        </p:nvSpPr>
        <p:spPr>
          <a:xfrm>
            <a:off x="7104888" y="4634684"/>
            <a:ext cx="4218127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A2332"/>
                </a:solidFill>
                <a:ea typeface="Calibri" pitchFamily="34" charset="-122"/>
                <a:cs typeface="Calibri" pitchFamily="34" charset="-120"/>
              </a:rPr>
              <a:t>What is delaying each opportunity, and who owns the next step?</a:t>
            </a:r>
            <a:endParaRPr lang="en-US" sz="1200"/>
          </a:p>
        </p:txBody>
      </p:sp>
      <p:pic>
        <p:nvPicPr>
          <p:cNvPr id="101" name="Image 13" descr="preencoded.png">
            <a:extLst>
              <a:ext uri="{FF2B5EF4-FFF2-40B4-BE49-F238E27FC236}">
                <a16:creationId xmlns:a16="http://schemas.microsoft.com/office/drawing/2014/main" id="{05B95D24-BE07-8249-A568-6DE950D57A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2" y="5105600"/>
            <a:ext cx="201168" cy="201168"/>
          </a:xfrm>
          <a:prstGeom prst="rect">
            <a:avLst/>
          </a:prstGeom>
        </p:spPr>
      </p:pic>
      <p:sp>
        <p:nvSpPr>
          <p:cNvPr id="102" name="Text 24">
            <a:extLst>
              <a:ext uri="{FF2B5EF4-FFF2-40B4-BE49-F238E27FC236}">
                <a16:creationId xmlns:a16="http://schemas.microsoft.com/office/drawing/2014/main" id="{82B02809-5D93-46DE-D932-C8F9824FA88A}"/>
              </a:ext>
            </a:extLst>
          </p:cNvPr>
          <p:cNvSpPr/>
          <p:nvPr/>
        </p:nvSpPr>
        <p:spPr>
          <a:xfrm>
            <a:off x="7104888" y="5050736"/>
            <a:ext cx="4218127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1A2332"/>
                </a:solidFill>
                <a:ea typeface="Calibri" pitchFamily="34" charset="-122"/>
                <a:cs typeface="Calibri" pitchFamily="34" charset="-120"/>
              </a:rPr>
              <a:t>What support or manpower do we need to move faster?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10380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7B9E2-A903-7A6B-3AC2-4DA54DB9E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4382501C-2509-D800-2B46-F2881D5AD89C}"/>
              </a:ext>
            </a:extLst>
          </p:cNvPr>
          <p:cNvSpPr txBox="1"/>
          <p:nvPr/>
        </p:nvSpPr>
        <p:spPr>
          <a:xfrm>
            <a:off x="358129" y="160493"/>
            <a:ext cx="9960457" cy="5070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2200" b="1" noProof="0">
                <a:solidFill>
                  <a:srgbClr val="054D4D"/>
                </a:solidFill>
                <a:cs typeface="Arial" panose="020B0604020202020204" pitchFamily="34" charset="0"/>
              </a:rPr>
              <a:t>HOW THE TEAM IS ORGANISED</a:t>
            </a:r>
          </a:p>
        </p:txBody>
      </p:sp>
      <p:sp>
        <p:nvSpPr>
          <p:cNvPr id="123" name="Text 2">
            <a:extLst>
              <a:ext uri="{FF2B5EF4-FFF2-40B4-BE49-F238E27FC236}">
                <a16:creationId xmlns:a16="http://schemas.microsoft.com/office/drawing/2014/main" id="{C68AB1CA-5536-C90D-26B6-0AE0C3278ABC}"/>
              </a:ext>
            </a:extLst>
          </p:cNvPr>
          <p:cNvSpPr/>
          <p:nvPr/>
        </p:nvSpPr>
        <p:spPr>
          <a:xfrm>
            <a:off x="472115" y="645782"/>
            <a:ext cx="11338560" cy="318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i="1" noProof="0">
                <a:solidFill>
                  <a:srgbClr val="4A5568"/>
                </a:solidFill>
                <a:cs typeface="Arial" panose="020B0604020202020204" pitchFamily="34" charset="0"/>
              </a:rPr>
              <a:t>Commercial Department Operating Model</a:t>
            </a:r>
          </a:p>
        </p:txBody>
      </p:sp>
      <p:sp>
        <p:nvSpPr>
          <p:cNvPr id="124" name="Shape 3">
            <a:extLst>
              <a:ext uri="{FF2B5EF4-FFF2-40B4-BE49-F238E27FC236}">
                <a16:creationId xmlns:a16="http://schemas.microsoft.com/office/drawing/2014/main" id="{325AEEF3-5091-E045-E6A9-59E9CC731E36}"/>
              </a:ext>
            </a:extLst>
          </p:cNvPr>
          <p:cNvSpPr/>
          <p:nvPr/>
        </p:nvSpPr>
        <p:spPr>
          <a:xfrm>
            <a:off x="438994" y="930402"/>
            <a:ext cx="11338560" cy="0"/>
          </a:xfrm>
          <a:prstGeom prst="line">
            <a:avLst/>
          </a:prstGeom>
          <a:noFill/>
          <a:ln w="10160">
            <a:solidFill>
              <a:srgbClr val="1A9E9E"/>
            </a:solidFill>
            <a:prstDash val="solid"/>
          </a:ln>
        </p:spPr>
        <p:txBody>
          <a:bodyPr/>
          <a:lstStyle/>
          <a:p>
            <a:endParaRPr lang="en-GB" sz="2400" noProof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C9371F9A-BD44-F6EC-8299-DABA9E8DFECA}"/>
              </a:ext>
            </a:extLst>
          </p:cNvPr>
          <p:cNvSpPr/>
          <p:nvPr/>
        </p:nvSpPr>
        <p:spPr>
          <a:xfrm>
            <a:off x="472115" y="1193067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Team is organised around the full commercial value chain to act as one coordinated engine that originates, evaluates, converts, executes and manages opportunities.</a:t>
            </a:r>
            <a:endParaRPr lang="en-US" sz="120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D4B1340-A276-1776-3296-54B6D417B049}"/>
              </a:ext>
            </a:extLst>
          </p:cNvPr>
          <p:cNvSpPr/>
          <p:nvPr/>
        </p:nvSpPr>
        <p:spPr>
          <a:xfrm>
            <a:off x="566928" y="2048256"/>
            <a:ext cx="5300320" cy="3246120"/>
          </a:xfrm>
          <a:prstGeom prst="roundRect">
            <a:avLst>
              <a:gd name="adj" fmla="val 2535"/>
            </a:avLst>
          </a:prstGeom>
          <a:solidFill>
            <a:srgbClr val="EAF1FB"/>
          </a:solidFill>
          <a:ln w="12700">
            <a:solidFill>
              <a:srgbClr val="C5D2EA"/>
            </a:solidFill>
            <a:prstDash val="solid"/>
          </a:ln>
          <a:effectLst>
            <a:outerShdw blurRad="88900" dist="38100" dir="5400000" algn="bl" rotWithShape="0">
              <a:srgbClr val="8895A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77298911-8BFB-1C94-74F8-54B59BA3FF2A}"/>
              </a:ext>
            </a:extLst>
          </p:cNvPr>
          <p:cNvSpPr/>
          <p:nvPr/>
        </p:nvSpPr>
        <p:spPr>
          <a:xfrm>
            <a:off x="566928" y="2048256"/>
            <a:ext cx="5300320" cy="566928"/>
          </a:xfrm>
          <a:prstGeom prst="roundRect">
            <a:avLst>
              <a:gd name="adj" fmla="val 14516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55D3D19C-8474-38D2-A923-EC14BC2F07A9}"/>
              </a:ext>
            </a:extLst>
          </p:cNvPr>
          <p:cNvSpPr/>
          <p:nvPr/>
        </p:nvSpPr>
        <p:spPr>
          <a:xfrm>
            <a:off x="566928" y="2340864"/>
            <a:ext cx="5300320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4FE4E85-4AEC-3DA9-B5E5-1E78076FD915}"/>
              </a:ext>
            </a:extLst>
          </p:cNvPr>
          <p:cNvSpPr/>
          <p:nvPr/>
        </p:nvSpPr>
        <p:spPr>
          <a:xfrm>
            <a:off x="841248" y="2048256"/>
            <a:ext cx="402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</a:t>
            </a:r>
            <a:endParaRPr lang="en-US" sz="170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0EDD8629-88C0-5611-960E-AFF522D05AA1}"/>
              </a:ext>
            </a:extLst>
          </p:cNvPr>
          <p:cNvSpPr/>
          <p:nvPr/>
        </p:nvSpPr>
        <p:spPr>
          <a:xfrm>
            <a:off x="3124048" y="20482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>
                <a:solidFill>
                  <a:srgbClr val="AF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CONVERT VALUE</a:t>
            </a:r>
            <a:endParaRPr lang="en-US" sz="95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59148B3C-DCAF-D7E8-69ED-CA56C2595054}"/>
              </a:ext>
            </a:extLst>
          </p:cNvPr>
          <p:cNvSpPr/>
          <p:nvPr/>
        </p:nvSpPr>
        <p:spPr>
          <a:xfrm>
            <a:off x="859536" y="2889504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8F2DA051-87D4-0164-D7DF-6CA645665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93" y="3027761"/>
            <a:ext cx="235549" cy="235549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1B05EEC7-9EDC-8510-9C83-5374CE9BFEA4}"/>
              </a:ext>
            </a:extLst>
          </p:cNvPr>
          <p:cNvSpPr/>
          <p:nvPr/>
        </p:nvSpPr>
        <p:spPr>
          <a:xfrm>
            <a:off x="1517904" y="2843784"/>
            <a:ext cx="411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 &amp; Business Development
</a:t>
            </a:r>
            <a:r>
              <a:rPr lang="en-US" sz="11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Prospects, clusters, DisCo &amp; gas-to-power leads</a:t>
            </a:r>
            <a:endParaRPr lang="en-US" sz="13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174C08A-7BB5-5A86-87E1-15E439819F34}"/>
              </a:ext>
            </a:extLst>
          </p:cNvPr>
          <p:cNvSpPr/>
          <p:nvPr/>
        </p:nvSpPr>
        <p:spPr>
          <a:xfrm>
            <a:off x="859536" y="3657600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F48D4BEB-63C7-76AB-C5A3-66A4D234B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793" y="3795857"/>
            <a:ext cx="235549" cy="235549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F5B8A66C-FE24-62E4-1535-E3839DFC678F}"/>
              </a:ext>
            </a:extLst>
          </p:cNvPr>
          <p:cNvSpPr/>
          <p:nvPr/>
        </p:nvSpPr>
        <p:spPr>
          <a:xfrm>
            <a:off x="1517904" y="3611880"/>
            <a:ext cx="411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Ventures, Partnerships &amp; Investments
</a:t>
            </a:r>
            <a:r>
              <a:rPr lang="en-US" sz="11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JVs, co-investment, concessions, dev partners</a:t>
            </a:r>
            <a:endParaRPr lang="en-US" sz="13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99549085-1180-B289-5DB7-5411928AF298}"/>
              </a:ext>
            </a:extLst>
          </p:cNvPr>
          <p:cNvSpPr/>
          <p:nvPr/>
        </p:nvSpPr>
        <p:spPr>
          <a:xfrm>
            <a:off x="859536" y="4425696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E3DA3D7D-12AD-C1B5-00EA-3E2E9964E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793" y="4563953"/>
            <a:ext cx="235549" cy="235549"/>
          </a:xfrm>
          <a:prstGeom prst="rect">
            <a:avLst/>
          </a:prstGeom>
        </p:spPr>
      </p:pic>
      <p:sp>
        <p:nvSpPr>
          <p:cNvPr id="18" name="Text 14">
            <a:extLst>
              <a:ext uri="{FF2B5EF4-FFF2-40B4-BE49-F238E27FC236}">
                <a16:creationId xmlns:a16="http://schemas.microsoft.com/office/drawing/2014/main" id="{508325B4-EEF7-ED92-F321-B4D145B53D82}"/>
              </a:ext>
            </a:extLst>
          </p:cNvPr>
          <p:cNvSpPr/>
          <p:nvPr/>
        </p:nvSpPr>
        <p:spPr>
          <a:xfrm>
            <a:off x="1517904" y="4379976"/>
            <a:ext cx="411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 Engagement
</a:t>
            </a:r>
            <a:r>
              <a:rPr lang="en-US" sz="11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Retail, captive, industrial &amp; commercial acquisition</a:t>
            </a:r>
            <a:endParaRPr lang="en-US" sz="135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A62DC099-9F88-797F-5757-1CD74055BBA3}"/>
              </a:ext>
            </a:extLst>
          </p:cNvPr>
          <p:cNvSpPr/>
          <p:nvPr/>
        </p:nvSpPr>
        <p:spPr>
          <a:xfrm>
            <a:off x="6324448" y="2048256"/>
            <a:ext cx="5300320" cy="3246120"/>
          </a:xfrm>
          <a:prstGeom prst="roundRect">
            <a:avLst>
              <a:gd name="adj" fmla="val 2535"/>
            </a:avLst>
          </a:prstGeom>
          <a:solidFill>
            <a:srgbClr val="E4F0E5"/>
          </a:solidFill>
          <a:ln w="12700">
            <a:solidFill>
              <a:srgbClr val="BFD9C1"/>
            </a:solidFill>
            <a:prstDash val="solid"/>
          </a:ln>
          <a:effectLst>
            <a:outerShdw blurRad="88900" dist="38100" dir="5400000" algn="bl" rotWithShape="0">
              <a:srgbClr val="8895A7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8DFB0B01-0A09-8950-2B41-8715CB168FD0}"/>
              </a:ext>
            </a:extLst>
          </p:cNvPr>
          <p:cNvSpPr/>
          <p:nvPr/>
        </p:nvSpPr>
        <p:spPr>
          <a:xfrm>
            <a:off x="6324448" y="2048256"/>
            <a:ext cx="5300320" cy="566928"/>
          </a:xfrm>
          <a:prstGeom prst="roundRect">
            <a:avLst>
              <a:gd name="adj" fmla="val 14516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39B63822-F976-8C47-2DEB-3527B45351D8}"/>
              </a:ext>
            </a:extLst>
          </p:cNvPr>
          <p:cNvSpPr/>
          <p:nvPr/>
        </p:nvSpPr>
        <p:spPr>
          <a:xfrm>
            <a:off x="6324448" y="2340864"/>
            <a:ext cx="5300320" cy="2743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B94BA66-18B0-5574-4A3C-E82C159D0B38}"/>
              </a:ext>
            </a:extLst>
          </p:cNvPr>
          <p:cNvSpPr/>
          <p:nvPr/>
        </p:nvSpPr>
        <p:spPr>
          <a:xfrm>
            <a:off x="6598768" y="2048256"/>
            <a:ext cx="402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OPERATIONS</a:t>
            </a:r>
            <a:endParaRPr lang="en-US" sz="17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B0ACCEA5-C024-D746-8906-C55A9ECDD9CE}"/>
              </a:ext>
            </a:extLst>
          </p:cNvPr>
          <p:cNvSpPr/>
          <p:nvPr/>
        </p:nvSpPr>
        <p:spPr>
          <a:xfrm>
            <a:off x="8881567" y="204825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>
                <a:solidFill>
                  <a:srgbClr val="B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MEASURE VALUE</a:t>
            </a:r>
            <a:endParaRPr lang="en-US" sz="95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205F5A55-230C-B6EE-8A22-06BE5F6D31FC}"/>
              </a:ext>
            </a:extLst>
          </p:cNvPr>
          <p:cNvSpPr/>
          <p:nvPr/>
        </p:nvSpPr>
        <p:spPr>
          <a:xfrm>
            <a:off x="6617056" y="281635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384194F4-152B-0BD0-C5CC-AF5201342B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500" y="2939796"/>
            <a:ext cx="210312" cy="210312"/>
          </a:xfrm>
          <a:prstGeom prst="rect">
            <a:avLst/>
          </a:prstGeom>
        </p:spPr>
      </p:pic>
      <p:sp>
        <p:nvSpPr>
          <p:cNvPr id="26" name="Text 21">
            <a:extLst>
              <a:ext uri="{FF2B5EF4-FFF2-40B4-BE49-F238E27FC236}">
                <a16:creationId xmlns:a16="http://schemas.microsoft.com/office/drawing/2014/main" id="{763FA4AA-0235-7ED4-F0EF-96AF50A13DD9}"/>
              </a:ext>
            </a:extLst>
          </p:cNvPr>
          <p:cNvSpPr/>
          <p:nvPr/>
        </p:nvSpPr>
        <p:spPr>
          <a:xfrm>
            <a:off x="7220560" y="2788920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Tracking   </a:t>
            </a:r>
            <a:r>
              <a:rPr lang="en-US" sz="105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opportunity from lead to COD</a:t>
            </a:r>
            <a:endParaRPr lang="en-US" sz="125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D4EAF1A-DB4A-52A5-5223-A04E90B9D02C}"/>
              </a:ext>
            </a:extLst>
          </p:cNvPr>
          <p:cNvSpPr/>
          <p:nvPr/>
        </p:nvSpPr>
        <p:spPr>
          <a:xfrm>
            <a:off x="6617056" y="341985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>
            <a:extLst>
              <a:ext uri="{FF2B5EF4-FFF2-40B4-BE49-F238E27FC236}">
                <a16:creationId xmlns:a16="http://schemas.microsoft.com/office/drawing/2014/main" id="{3C034021-9993-7311-86A8-AB46049A04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0500" y="3543300"/>
            <a:ext cx="210312" cy="210312"/>
          </a:xfrm>
          <a:prstGeom prst="rect">
            <a:avLst/>
          </a:prstGeom>
        </p:spPr>
      </p:pic>
      <p:sp>
        <p:nvSpPr>
          <p:cNvPr id="29" name="Text 23">
            <a:extLst>
              <a:ext uri="{FF2B5EF4-FFF2-40B4-BE49-F238E27FC236}">
                <a16:creationId xmlns:a16="http://schemas.microsoft.com/office/drawing/2014/main" id="{E528CA4E-D32B-9833-E604-E54EE0B93DF5}"/>
              </a:ext>
            </a:extLst>
          </p:cNvPr>
          <p:cNvSpPr/>
          <p:nvPr/>
        </p:nvSpPr>
        <p:spPr>
          <a:xfrm>
            <a:off x="7220560" y="3392424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Project Management   </a:t>
            </a:r>
            <a:r>
              <a:rPr lang="en-US" sz="105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technical, legal, finance &amp; partners</a:t>
            </a:r>
            <a:endParaRPr lang="en-US" sz="125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C287A750-1755-CE20-12F6-1A06B89CA5A9}"/>
              </a:ext>
            </a:extLst>
          </p:cNvPr>
          <p:cNvSpPr/>
          <p:nvPr/>
        </p:nvSpPr>
        <p:spPr>
          <a:xfrm>
            <a:off x="6617056" y="40233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>
            <a:extLst>
              <a:ext uri="{FF2B5EF4-FFF2-40B4-BE49-F238E27FC236}">
                <a16:creationId xmlns:a16="http://schemas.microsoft.com/office/drawing/2014/main" id="{382336AD-7B29-01E8-8188-A271518842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0500" y="4146804"/>
            <a:ext cx="210312" cy="210312"/>
          </a:xfrm>
          <a:prstGeom prst="rect">
            <a:avLst/>
          </a:prstGeom>
        </p:spPr>
      </p:pic>
      <p:sp>
        <p:nvSpPr>
          <p:cNvPr id="32" name="Text 25">
            <a:extLst>
              <a:ext uri="{FF2B5EF4-FFF2-40B4-BE49-F238E27FC236}">
                <a16:creationId xmlns:a16="http://schemas.microsoft.com/office/drawing/2014/main" id="{05EAF4E3-8C07-5FDD-BBE5-91D412C8B7EC}"/>
              </a:ext>
            </a:extLst>
          </p:cNvPr>
          <p:cNvSpPr/>
          <p:nvPr/>
        </p:nvSpPr>
        <p:spPr>
          <a:xfrm>
            <a:off x="7220560" y="3995928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Contract Management   </a:t>
            </a:r>
            <a:r>
              <a:rPr lang="en-US" sz="105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Tariffs, renewals, escalations, relationships</a:t>
            </a:r>
            <a:endParaRPr lang="en-US" sz="125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0DCBB85B-9A3A-9070-B59F-DDBF0B6EE131}"/>
              </a:ext>
            </a:extLst>
          </p:cNvPr>
          <p:cNvSpPr/>
          <p:nvPr/>
        </p:nvSpPr>
        <p:spPr>
          <a:xfrm>
            <a:off x="6617056" y="462686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7" descr="preencoded.png">
            <a:extLst>
              <a:ext uri="{FF2B5EF4-FFF2-40B4-BE49-F238E27FC236}">
                <a16:creationId xmlns:a16="http://schemas.microsoft.com/office/drawing/2014/main" id="{A7757C46-1503-F398-7154-71F0A86775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0500" y="4750308"/>
            <a:ext cx="210312" cy="210312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A5CA71E9-9E1F-C172-B675-4428827BBB3F}"/>
              </a:ext>
            </a:extLst>
          </p:cNvPr>
          <p:cNvSpPr/>
          <p:nvPr/>
        </p:nvSpPr>
        <p:spPr>
          <a:xfrm>
            <a:off x="7220560" y="45994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Performance   </a:t>
            </a:r>
            <a:r>
              <a:rPr lang="en-US" sz="105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collections, consumption, risk</a:t>
            </a:r>
            <a:endParaRPr lang="en-US" sz="125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292395-0EB9-5EC4-86C6-31832B44CD71}"/>
              </a:ext>
            </a:extLst>
          </p:cNvPr>
          <p:cNvGrpSpPr/>
          <p:nvPr/>
        </p:nvGrpSpPr>
        <p:grpSpPr>
          <a:xfrm>
            <a:off x="959989" y="5712154"/>
            <a:ext cx="1774067" cy="430888"/>
            <a:chOff x="959989" y="5712154"/>
            <a:chExt cx="1774067" cy="43088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576CA4A-69BA-9513-1FFC-28DE74A0D85A}"/>
                </a:ext>
              </a:extLst>
            </p:cNvPr>
            <p:cNvGrpSpPr/>
            <p:nvPr/>
          </p:nvGrpSpPr>
          <p:grpSpPr>
            <a:xfrm>
              <a:off x="966280" y="5712154"/>
              <a:ext cx="1191315" cy="215444"/>
              <a:chOff x="966280" y="5712154"/>
              <a:chExt cx="1191315" cy="215444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19EF601-18B0-FC57-8B46-1E9ED2C066B1}"/>
                  </a:ext>
                </a:extLst>
              </p:cNvPr>
              <p:cNvSpPr/>
              <p:nvPr/>
            </p:nvSpPr>
            <p:spPr>
              <a:xfrm>
                <a:off x="966280" y="5791200"/>
                <a:ext cx="434177" cy="71335"/>
              </a:xfrm>
              <a:prstGeom prst="rect">
                <a:avLst/>
              </a:prstGeom>
              <a:solidFill>
                <a:srgbClr val="1F3864"/>
              </a:solidFill>
              <a:ln/>
            </p:spPr>
            <p:txBody>
              <a:bodyPr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1373975-D98C-006E-341B-567B60644B7B}"/>
                  </a:ext>
                </a:extLst>
              </p:cNvPr>
              <p:cNvSpPr txBox="1"/>
              <p:nvPr/>
            </p:nvSpPr>
            <p:spPr>
              <a:xfrm>
                <a:off x="1405582" y="5712154"/>
                <a:ext cx="75201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/>
                  <a:t>New Business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B6C36C4-2954-B1B0-852C-FA3128AB0596}"/>
                </a:ext>
              </a:extLst>
            </p:cNvPr>
            <p:cNvGrpSpPr/>
            <p:nvPr/>
          </p:nvGrpSpPr>
          <p:grpSpPr>
            <a:xfrm>
              <a:off x="959989" y="5927598"/>
              <a:ext cx="1774067" cy="215444"/>
              <a:chOff x="959989" y="5927598"/>
              <a:chExt cx="1774067" cy="21544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973B2B4-825D-FF79-52B3-55E55E58BF90}"/>
                  </a:ext>
                </a:extLst>
              </p:cNvPr>
              <p:cNvSpPr/>
              <p:nvPr/>
            </p:nvSpPr>
            <p:spPr>
              <a:xfrm>
                <a:off x="959989" y="5993674"/>
                <a:ext cx="434177" cy="71335"/>
              </a:xfrm>
              <a:prstGeom prst="rect">
                <a:avLst/>
              </a:prstGeom>
              <a:solidFill>
                <a:srgbClr val="2E7D32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C6F2699-BCA8-1020-2687-22D9AC21E0E8}"/>
                  </a:ext>
                </a:extLst>
              </p:cNvPr>
              <p:cNvSpPr txBox="1"/>
              <p:nvPr/>
            </p:nvSpPr>
            <p:spPr>
              <a:xfrm>
                <a:off x="1379641" y="5927598"/>
                <a:ext cx="135441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/>
                  <a:t>Commercial Operations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2383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8DCE4-8142-B2A4-0F67-BF9FB8CCE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A4AA8B6C-8D5F-015E-E77B-95AC7A40B7D0}"/>
              </a:ext>
            </a:extLst>
          </p:cNvPr>
          <p:cNvSpPr txBox="1"/>
          <p:nvPr/>
        </p:nvSpPr>
        <p:spPr>
          <a:xfrm>
            <a:off x="358129" y="160493"/>
            <a:ext cx="9960457" cy="5070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200" b="1" noProof="0">
                <a:solidFill>
                  <a:srgbClr val="054D4D"/>
                </a:solidFill>
                <a:cs typeface="Arial" panose="020B0604020202020204" pitchFamily="34" charset="0"/>
              </a:rPr>
              <a:t>THE BIG PICTURE</a:t>
            </a:r>
          </a:p>
        </p:txBody>
      </p:sp>
      <p:sp>
        <p:nvSpPr>
          <p:cNvPr id="123" name="Text 2">
            <a:extLst>
              <a:ext uri="{FF2B5EF4-FFF2-40B4-BE49-F238E27FC236}">
                <a16:creationId xmlns:a16="http://schemas.microsoft.com/office/drawing/2014/main" id="{244D6D52-DC38-CD59-2DA5-E47191642B40}"/>
              </a:ext>
            </a:extLst>
          </p:cNvPr>
          <p:cNvSpPr/>
          <p:nvPr/>
        </p:nvSpPr>
        <p:spPr>
          <a:xfrm>
            <a:off x="472115" y="645782"/>
            <a:ext cx="11338560" cy="318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i="1" noProof="0">
                <a:solidFill>
                  <a:srgbClr val="4A5568"/>
                </a:solidFill>
                <a:cs typeface="Arial" panose="020B0604020202020204" pitchFamily="34" charset="0"/>
              </a:rPr>
              <a:t>End-to-End Business Development Process Overview</a:t>
            </a:r>
          </a:p>
        </p:txBody>
      </p:sp>
      <p:sp>
        <p:nvSpPr>
          <p:cNvPr id="124" name="Shape 3">
            <a:extLst>
              <a:ext uri="{FF2B5EF4-FFF2-40B4-BE49-F238E27FC236}">
                <a16:creationId xmlns:a16="http://schemas.microsoft.com/office/drawing/2014/main" id="{90512E1D-C5AF-9AA3-E287-8A4497DA5461}"/>
              </a:ext>
            </a:extLst>
          </p:cNvPr>
          <p:cNvSpPr/>
          <p:nvPr/>
        </p:nvSpPr>
        <p:spPr>
          <a:xfrm>
            <a:off x="438994" y="930402"/>
            <a:ext cx="11338560" cy="0"/>
          </a:xfrm>
          <a:prstGeom prst="line">
            <a:avLst/>
          </a:prstGeom>
          <a:noFill/>
          <a:ln w="10160">
            <a:solidFill>
              <a:srgbClr val="1A9E9E"/>
            </a:solidFill>
            <a:prstDash val="solid"/>
          </a:ln>
        </p:spPr>
        <p:txBody>
          <a:bodyPr/>
          <a:lstStyle/>
          <a:p>
            <a:endParaRPr lang="en-GB" sz="2400" noProof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36E3C829-EAB3-ADF5-6394-C88351A77FCC}"/>
              </a:ext>
            </a:extLst>
          </p:cNvPr>
          <p:cNvSpPr/>
          <p:nvPr/>
        </p:nvSpPr>
        <p:spPr>
          <a:xfrm>
            <a:off x="566928" y="1865376"/>
            <a:ext cx="1938528" cy="221284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C5D2EA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AF218F83-5643-4190-9B4E-16FBDFF587B0}"/>
              </a:ext>
            </a:extLst>
          </p:cNvPr>
          <p:cNvSpPr/>
          <p:nvPr/>
        </p:nvSpPr>
        <p:spPr>
          <a:xfrm>
            <a:off x="566928" y="1865376"/>
            <a:ext cx="1938528" cy="54864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95C6F16E-CFFA-5A94-CC8A-CCC194AEDDA8}"/>
              </a:ext>
            </a:extLst>
          </p:cNvPr>
          <p:cNvSpPr/>
          <p:nvPr/>
        </p:nvSpPr>
        <p:spPr>
          <a:xfrm>
            <a:off x="566928" y="2139696"/>
            <a:ext cx="1938528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6EB17772-3FA4-0C7D-98BE-8EB6D265A92F}"/>
              </a:ext>
            </a:extLst>
          </p:cNvPr>
          <p:cNvSpPr/>
          <p:nvPr/>
        </p:nvSpPr>
        <p:spPr>
          <a:xfrm>
            <a:off x="713232" y="198424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FA49924-2BCE-54DB-F0EE-3398CE8B4C06}"/>
              </a:ext>
            </a:extLst>
          </p:cNvPr>
          <p:cNvSpPr/>
          <p:nvPr/>
        </p:nvSpPr>
        <p:spPr>
          <a:xfrm>
            <a:off x="713232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7D3E5B79-1C39-C46B-0111-3B0EE4FD985D}"/>
              </a:ext>
            </a:extLst>
          </p:cNvPr>
          <p:cNvSpPr/>
          <p:nvPr/>
        </p:nvSpPr>
        <p:spPr>
          <a:xfrm>
            <a:off x="1060704" y="1865376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ORIGINATE</a:t>
            </a:r>
            <a:endParaRPr lang="en-US" sz="135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4AEF3171-32C5-B95D-37E1-BAB33B151650}"/>
              </a:ext>
            </a:extLst>
          </p:cNvPr>
          <p:cNvSpPr/>
          <p:nvPr/>
        </p:nvSpPr>
        <p:spPr>
          <a:xfrm>
            <a:off x="713232" y="2542032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AEB82492-9EA0-B631-E44D-C1E570745F63}"/>
              </a:ext>
            </a:extLst>
          </p:cNvPr>
          <p:cNvSpPr/>
          <p:nvPr/>
        </p:nvSpPr>
        <p:spPr>
          <a:xfrm>
            <a:off x="749808" y="25420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Source the lead</a:t>
            </a:r>
            <a:endParaRPr lang="en-US" sz="105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9244715C-968D-F57D-F357-EF8844CC284F}"/>
              </a:ext>
            </a:extLst>
          </p:cNvPr>
          <p:cNvSpPr/>
          <p:nvPr/>
        </p:nvSpPr>
        <p:spPr>
          <a:xfrm>
            <a:off x="713232" y="3054096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866098FF-CE46-D79C-94D5-82B4B2B969FC}"/>
              </a:ext>
            </a:extLst>
          </p:cNvPr>
          <p:cNvSpPr/>
          <p:nvPr/>
        </p:nvSpPr>
        <p:spPr>
          <a:xfrm>
            <a:off x="749808" y="305409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Assign owner</a:t>
            </a:r>
            <a:endParaRPr lang="en-US" sz="105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7A52CE1C-F66F-9B93-16BF-074DA6BBD1AD}"/>
              </a:ext>
            </a:extLst>
          </p:cNvPr>
          <p:cNvSpPr/>
          <p:nvPr/>
        </p:nvSpPr>
        <p:spPr>
          <a:xfrm>
            <a:off x="2551176" y="2788920"/>
            <a:ext cx="237744" cy="365760"/>
          </a:xfrm>
          <a:prstGeom prst="chevron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0E4EA864-4452-8F81-B4B3-5D6C43DC28AC}"/>
              </a:ext>
            </a:extLst>
          </p:cNvPr>
          <p:cNvSpPr/>
          <p:nvPr/>
        </p:nvSpPr>
        <p:spPr>
          <a:xfrm>
            <a:off x="2837253" y="1865376"/>
            <a:ext cx="1938528" cy="221284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C5D2EA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B8B56425-1D5F-8754-A327-E9075F139B78}"/>
              </a:ext>
            </a:extLst>
          </p:cNvPr>
          <p:cNvSpPr/>
          <p:nvPr/>
        </p:nvSpPr>
        <p:spPr>
          <a:xfrm>
            <a:off x="2837253" y="1865376"/>
            <a:ext cx="1938528" cy="5486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D3EF135E-4CF4-40D9-E232-05B66534297B}"/>
              </a:ext>
            </a:extLst>
          </p:cNvPr>
          <p:cNvSpPr/>
          <p:nvPr/>
        </p:nvSpPr>
        <p:spPr>
          <a:xfrm>
            <a:off x="2837253" y="2139696"/>
            <a:ext cx="1938528" cy="2743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C36913D7-B34A-6243-AC65-050D16E35DDE}"/>
              </a:ext>
            </a:extLst>
          </p:cNvPr>
          <p:cNvSpPr/>
          <p:nvPr/>
        </p:nvSpPr>
        <p:spPr>
          <a:xfrm>
            <a:off x="2983557" y="198424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9E25E42B-1E40-63AF-4C04-6A121AA81693}"/>
              </a:ext>
            </a:extLst>
          </p:cNvPr>
          <p:cNvSpPr/>
          <p:nvPr/>
        </p:nvSpPr>
        <p:spPr>
          <a:xfrm>
            <a:off x="2983557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E7D32"/>
                </a:solidFill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FFAC7BE2-F452-0960-3A3D-863046551A69}"/>
              </a:ext>
            </a:extLst>
          </p:cNvPr>
          <p:cNvSpPr/>
          <p:nvPr/>
        </p:nvSpPr>
        <p:spPr>
          <a:xfrm>
            <a:off x="3331029" y="1865376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QUALIFY</a:t>
            </a:r>
            <a:endParaRPr lang="en-US" sz="1350"/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4A839DC4-5A54-D47C-0B8A-F55234D28A4A}"/>
              </a:ext>
            </a:extLst>
          </p:cNvPr>
          <p:cNvSpPr/>
          <p:nvPr/>
        </p:nvSpPr>
        <p:spPr>
          <a:xfrm>
            <a:off x="2983557" y="2542032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E4F0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59BC01AE-F764-C398-1C24-0E8C3204B74B}"/>
              </a:ext>
            </a:extLst>
          </p:cNvPr>
          <p:cNvSpPr/>
          <p:nvPr/>
        </p:nvSpPr>
        <p:spPr>
          <a:xfrm>
            <a:off x="3020133" y="25420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E7D32"/>
                </a:solidFill>
                <a:ea typeface="Calibri" pitchFamily="34" charset="-122"/>
                <a:cs typeface="Calibri" pitchFamily="34" charset="-120"/>
              </a:rPr>
              <a:t>Knockout Screening</a:t>
            </a:r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1C91F9B8-6B0B-4124-F61B-9EAF38DC1523}"/>
              </a:ext>
            </a:extLst>
          </p:cNvPr>
          <p:cNvSpPr/>
          <p:nvPr/>
        </p:nvSpPr>
        <p:spPr>
          <a:xfrm>
            <a:off x="2983557" y="3054096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E4F0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313052ED-975A-E765-5946-95A7A0312EDC}"/>
              </a:ext>
            </a:extLst>
          </p:cNvPr>
          <p:cNvSpPr/>
          <p:nvPr/>
        </p:nvSpPr>
        <p:spPr>
          <a:xfrm>
            <a:off x="3020133" y="305409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E7D32"/>
                </a:solidFill>
                <a:ea typeface="Calibri" pitchFamily="34" charset="-122"/>
                <a:cs typeface="Calibri" pitchFamily="34" charset="-120"/>
              </a:rPr>
              <a:t>Log and Classify</a:t>
            </a:r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44D81E3B-5D22-F0D7-5881-CB30980ED0C8}"/>
              </a:ext>
            </a:extLst>
          </p:cNvPr>
          <p:cNvSpPr/>
          <p:nvPr/>
        </p:nvSpPr>
        <p:spPr>
          <a:xfrm>
            <a:off x="4818888" y="2788920"/>
            <a:ext cx="237744" cy="365760"/>
          </a:xfrm>
          <a:prstGeom prst="chevron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30">
            <a:extLst>
              <a:ext uri="{FF2B5EF4-FFF2-40B4-BE49-F238E27FC236}">
                <a16:creationId xmlns:a16="http://schemas.microsoft.com/office/drawing/2014/main" id="{752F8281-A536-2A1C-67D9-32E66F088EF1}"/>
              </a:ext>
            </a:extLst>
          </p:cNvPr>
          <p:cNvSpPr/>
          <p:nvPr/>
        </p:nvSpPr>
        <p:spPr>
          <a:xfrm>
            <a:off x="5102352" y="1865376"/>
            <a:ext cx="1938528" cy="221284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C5D2EA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85D3707F-CE3B-3E04-CE78-09A00511D2A4}"/>
              </a:ext>
            </a:extLst>
          </p:cNvPr>
          <p:cNvSpPr/>
          <p:nvPr/>
        </p:nvSpPr>
        <p:spPr>
          <a:xfrm>
            <a:off x="5102352" y="1865376"/>
            <a:ext cx="1938528" cy="54864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32">
            <a:extLst>
              <a:ext uri="{FF2B5EF4-FFF2-40B4-BE49-F238E27FC236}">
                <a16:creationId xmlns:a16="http://schemas.microsoft.com/office/drawing/2014/main" id="{FE77CBB0-98A5-B591-8FE4-746D8C54461A}"/>
              </a:ext>
            </a:extLst>
          </p:cNvPr>
          <p:cNvSpPr/>
          <p:nvPr/>
        </p:nvSpPr>
        <p:spPr>
          <a:xfrm>
            <a:off x="5102352" y="2139696"/>
            <a:ext cx="1938528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3">
            <a:extLst>
              <a:ext uri="{FF2B5EF4-FFF2-40B4-BE49-F238E27FC236}">
                <a16:creationId xmlns:a16="http://schemas.microsoft.com/office/drawing/2014/main" id="{54E8591C-9981-3F0B-5B77-B21FAA54A91C}"/>
              </a:ext>
            </a:extLst>
          </p:cNvPr>
          <p:cNvSpPr/>
          <p:nvPr/>
        </p:nvSpPr>
        <p:spPr>
          <a:xfrm>
            <a:off x="5248656" y="198424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699B633B-6AE5-253E-494A-9A3B51124E86}"/>
              </a:ext>
            </a:extLst>
          </p:cNvPr>
          <p:cNvSpPr/>
          <p:nvPr/>
        </p:nvSpPr>
        <p:spPr>
          <a:xfrm>
            <a:off x="5248656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D4A68F81-95B5-B5E2-C60F-BC7A026376A8}"/>
              </a:ext>
            </a:extLst>
          </p:cNvPr>
          <p:cNvSpPr/>
          <p:nvPr/>
        </p:nvSpPr>
        <p:spPr>
          <a:xfrm>
            <a:off x="5596128" y="1865376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DEVELOP</a:t>
            </a:r>
            <a:endParaRPr lang="en-US" sz="1350"/>
          </a:p>
        </p:txBody>
      </p:sp>
      <p:sp>
        <p:nvSpPr>
          <p:cNvPr id="35" name="Shape 36">
            <a:extLst>
              <a:ext uri="{FF2B5EF4-FFF2-40B4-BE49-F238E27FC236}">
                <a16:creationId xmlns:a16="http://schemas.microsoft.com/office/drawing/2014/main" id="{99BBF951-F793-17FE-9A92-1F7AAEFFF6E4}"/>
              </a:ext>
            </a:extLst>
          </p:cNvPr>
          <p:cNvSpPr/>
          <p:nvPr/>
        </p:nvSpPr>
        <p:spPr>
          <a:xfrm>
            <a:off x="5248656" y="2542032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E9B18FA7-6E76-5E58-58F4-00E81E6CC1FA}"/>
              </a:ext>
            </a:extLst>
          </p:cNvPr>
          <p:cNvSpPr/>
          <p:nvPr/>
        </p:nvSpPr>
        <p:spPr>
          <a:xfrm>
            <a:off x="5285232" y="25420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NDA/MoU &amp; data request</a:t>
            </a:r>
            <a:endParaRPr lang="en-US" sz="1050"/>
          </a:p>
        </p:txBody>
      </p:sp>
      <p:sp>
        <p:nvSpPr>
          <p:cNvPr id="37" name="Shape 38">
            <a:extLst>
              <a:ext uri="{FF2B5EF4-FFF2-40B4-BE49-F238E27FC236}">
                <a16:creationId xmlns:a16="http://schemas.microsoft.com/office/drawing/2014/main" id="{95A10B15-18CE-B292-6BF8-8750C1392FE7}"/>
              </a:ext>
            </a:extLst>
          </p:cNvPr>
          <p:cNvSpPr/>
          <p:nvPr/>
        </p:nvSpPr>
        <p:spPr>
          <a:xfrm>
            <a:off x="5248656" y="3054096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702EE9FB-69C3-3942-5DD5-41B16AE0540A}"/>
              </a:ext>
            </a:extLst>
          </p:cNvPr>
          <p:cNvSpPr/>
          <p:nvPr/>
        </p:nvSpPr>
        <p:spPr>
          <a:xfrm>
            <a:off x="5285232" y="305409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1F3864"/>
                </a:solidFill>
                <a:ea typeface="Calibri"/>
                <a:cs typeface="Calibri"/>
              </a:rPr>
              <a:t>Commercial Assessment &amp; </a:t>
            </a:r>
            <a:r>
              <a:rPr lang="en-US" sz="1100" b="1">
                <a:solidFill>
                  <a:srgbClr val="1F3864"/>
                </a:solidFill>
                <a:ea typeface="Calibri"/>
                <a:cs typeface="Calibri"/>
              </a:rPr>
              <a:t>due diligence</a:t>
            </a:r>
            <a:endParaRPr lang="en-US"/>
          </a:p>
        </p:txBody>
      </p:sp>
      <p:sp>
        <p:nvSpPr>
          <p:cNvPr id="39" name="Shape 40">
            <a:extLst>
              <a:ext uri="{FF2B5EF4-FFF2-40B4-BE49-F238E27FC236}">
                <a16:creationId xmlns:a16="http://schemas.microsoft.com/office/drawing/2014/main" id="{D17296AF-5B0F-A26C-5A40-97742787A916}"/>
              </a:ext>
            </a:extLst>
          </p:cNvPr>
          <p:cNvSpPr/>
          <p:nvPr/>
        </p:nvSpPr>
        <p:spPr>
          <a:xfrm>
            <a:off x="5248656" y="3566160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73A24BAC-E30C-F3F5-0F64-1B134FB16A6D}"/>
              </a:ext>
            </a:extLst>
          </p:cNvPr>
          <p:cNvSpPr/>
          <p:nvPr/>
        </p:nvSpPr>
        <p:spPr>
          <a:xfrm>
            <a:off x="5285232" y="356616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>
                <a:solidFill>
                  <a:srgbClr val="1F3864"/>
                </a:solidFill>
                <a:ea typeface="Calibri"/>
                <a:cs typeface="Calibri"/>
              </a:rPr>
              <a:t>Studies and Designs</a:t>
            </a:r>
          </a:p>
        </p:txBody>
      </p:sp>
      <p:sp>
        <p:nvSpPr>
          <p:cNvPr id="41" name="Shape 42">
            <a:extLst>
              <a:ext uri="{FF2B5EF4-FFF2-40B4-BE49-F238E27FC236}">
                <a16:creationId xmlns:a16="http://schemas.microsoft.com/office/drawing/2014/main" id="{1C3FCB2D-80A7-9598-48E8-9F22E19D814D}"/>
              </a:ext>
            </a:extLst>
          </p:cNvPr>
          <p:cNvSpPr/>
          <p:nvPr/>
        </p:nvSpPr>
        <p:spPr>
          <a:xfrm>
            <a:off x="7086600" y="2788920"/>
            <a:ext cx="237744" cy="365760"/>
          </a:xfrm>
          <a:prstGeom prst="chevron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3">
            <a:extLst>
              <a:ext uri="{FF2B5EF4-FFF2-40B4-BE49-F238E27FC236}">
                <a16:creationId xmlns:a16="http://schemas.microsoft.com/office/drawing/2014/main" id="{6EEC7C3C-FC13-2A3E-8489-AE7EF235D19F}"/>
              </a:ext>
            </a:extLst>
          </p:cNvPr>
          <p:cNvSpPr/>
          <p:nvPr/>
        </p:nvSpPr>
        <p:spPr>
          <a:xfrm>
            <a:off x="7359091" y="1865376"/>
            <a:ext cx="1938528" cy="221284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BFD9C1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4">
            <a:extLst>
              <a:ext uri="{FF2B5EF4-FFF2-40B4-BE49-F238E27FC236}">
                <a16:creationId xmlns:a16="http://schemas.microsoft.com/office/drawing/2014/main" id="{C2781B46-7C4F-B480-26CD-6A57B2D116B4}"/>
              </a:ext>
            </a:extLst>
          </p:cNvPr>
          <p:cNvSpPr/>
          <p:nvPr/>
        </p:nvSpPr>
        <p:spPr>
          <a:xfrm>
            <a:off x="7359091" y="1865376"/>
            <a:ext cx="1938528" cy="54864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5">
            <a:extLst>
              <a:ext uri="{FF2B5EF4-FFF2-40B4-BE49-F238E27FC236}">
                <a16:creationId xmlns:a16="http://schemas.microsoft.com/office/drawing/2014/main" id="{FDAAB771-52D4-7D57-6680-DB7B7718C3AF}"/>
              </a:ext>
            </a:extLst>
          </p:cNvPr>
          <p:cNvSpPr/>
          <p:nvPr/>
        </p:nvSpPr>
        <p:spPr>
          <a:xfrm>
            <a:off x="7359091" y="2139696"/>
            <a:ext cx="1938528" cy="2743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6">
            <a:extLst>
              <a:ext uri="{FF2B5EF4-FFF2-40B4-BE49-F238E27FC236}">
                <a16:creationId xmlns:a16="http://schemas.microsoft.com/office/drawing/2014/main" id="{6C732E9E-F486-A596-045F-3388755EA093}"/>
              </a:ext>
            </a:extLst>
          </p:cNvPr>
          <p:cNvSpPr/>
          <p:nvPr/>
        </p:nvSpPr>
        <p:spPr>
          <a:xfrm>
            <a:off x="7505395" y="198424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7">
            <a:extLst>
              <a:ext uri="{FF2B5EF4-FFF2-40B4-BE49-F238E27FC236}">
                <a16:creationId xmlns:a16="http://schemas.microsoft.com/office/drawing/2014/main" id="{682A7E3F-41D6-B271-30BB-64D3E925D2DE}"/>
              </a:ext>
            </a:extLst>
          </p:cNvPr>
          <p:cNvSpPr/>
          <p:nvPr/>
        </p:nvSpPr>
        <p:spPr>
          <a:xfrm>
            <a:off x="7505395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47" name="Text 48">
            <a:extLst>
              <a:ext uri="{FF2B5EF4-FFF2-40B4-BE49-F238E27FC236}">
                <a16:creationId xmlns:a16="http://schemas.microsoft.com/office/drawing/2014/main" id="{2FEE6C6F-1D7F-D03F-3DBD-221839BB1677}"/>
              </a:ext>
            </a:extLst>
          </p:cNvPr>
          <p:cNvSpPr/>
          <p:nvPr/>
        </p:nvSpPr>
        <p:spPr>
          <a:xfrm>
            <a:off x="7852867" y="1865376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CONVERT</a:t>
            </a:r>
            <a:endParaRPr lang="en-US" sz="1350"/>
          </a:p>
        </p:txBody>
      </p:sp>
      <p:sp>
        <p:nvSpPr>
          <p:cNvPr id="48" name="Shape 49">
            <a:extLst>
              <a:ext uri="{FF2B5EF4-FFF2-40B4-BE49-F238E27FC236}">
                <a16:creationId xmlns:a16="http://schemas.microsoft.com/office/drawing/2014/main" id="{343C0BE5-3050-97F4-03C5-31E42E1CA6B9}"/>
              </a:ext>
            </a:extLst>
          </p:cNvPr>
          <p:cNvSpPr/>
          <p:nvPr/>
        </p:nvSpPr>
        <p:spPr>
          <a:xfrm>
            <a:off x="7505395" y="2542032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50">
            <a:extLst>
              <a:ext uri="{FF2B5EF4-FFF2-40B4-BE49-F238E27FC236}">
                <a16:creationId xmlns:a16="http://schemas.microsoft.com/office/drawing/2014/main" id="{008EA6C6-534B-879B-7C87-4260886F5E71}"/>
              </a:ext>
            </a:extLst>
          </p:cNvPr>
          <p:cNvSpPr/>
          <p:nvPr/>
        </p:nvSpPr>
        <p:spPr>
          <a:xfrm>
            <a:off x="7541971" y="25420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Proposal/Term sheet</a:t>
            </a:r>
          </a:p>
        </p:txBody>
      </p:sp>
      <p:sp>
        <p:nvSpPr>
          <p:cNvPr id="50" name="Shape 51">
            <a:extLst>
              <a:ext uri="{FF2B5EF4-FFF2-40B4-BE49-F238E27FC236}">
                <a16:creationId xmlns:a16="http://schemas.microsoft.com/office/drawing/2014/main" id="{63415E36-6956-6778-8015-5E10A7A7CEA5}"/>
              </a:ext>
            </a:extLst>
          </p:cNvPr>
          <p:cNvSpPr/>
          <p:nvPr/>
        </p:nvSpPr>
        <p:spPr>
          <a:xfrm>
            <a:off x="7505395" y="3054096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52">
            <a:extLst>
              <a:ext uri="{FF2B5EF4-FFF2-40B4-BE49-F238E27FC236}">
                <a16:creationId xmlns:a16="http://schemas.microsoft.com/office/drawing/2014/main" id="{EBAB8102-3E2B-9A0B-CFCA-3354EA0601B4}"/>
              </a:ext>
            </a:extLst>
          </p:cNvPr>
          <p:cNvSpPr/>
          <p:nvPr/>
        </p:nvSpPr>
        <p:spPr>
          <a:xfrm>
            <a:off x="7541971" y="305409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Negotiate</a:t>
            </a:r>
          </a:p>
        </p:txBody>
      </p:sp>
      <p:sp>
        <p:nvSpPr>
          <p:cNvPr id="52" name="Shape 53">
            <a:extLst>
              <a:ext uri="{FF2B5EF4-FFF2-40B4-BE49-F238E27FC236}">
                <a16:creationId xmlns:a16="http://schemas.microsoft.com/office/drawing/2014/main" id="{E6D1484E-E142-A451-AE66-EF526730CBA3}"/>
              </a:ext>
            </a:extLst>
          </p:cNvPr>
          <p:cNvSpPr/>
          <p:nvPr/>
        </p:nvSpPr>
        <p:spPr>
          <a:xfrm>
            <a:off x="7505395" y="3566160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4">
            <a:extLst>
              <a:ext uri="{FF2B5EF4-FFF2-40B4-BE49-F238E27FC236}">
                <a16:creationId xmlns:a16="http://schemas.microsoft.com/office/drawing/2014/main" id="{7E496BDD-1A68-B04D-B5FF-00E3EF1026D5}"/>
              </a:ext>
            </a:extLst>
          </p:cNvPr>
          <p:cNvSpPr/>
          <p:nvPr/>
        </p:nvSpPr>
        <p:spPr>
          <a:xfrm>
            <a:off x="7541971" y="356616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Sign &amp; onboard</a:t>
            </a:r>
          </a:p>
        </p:txBody>
      </p:sp>
      <p:sp>
        <p:nvSpPr>
          <p:cNvPr id="54" name="Shape 55">
            <a:extLst>
              <a:ext uri="{FF2B5EF4-FFF2-40B4-BE49-F238E27FC236}">
                <a16:creationId xmlns:a16="http://schemas.microsoft.com/office/drawing/2014/main" id="{DCA1E270-D138-E204-9B30-8D4B1B88A985}"/>
              </a:ext>
            </a:extLst>
          </p:cNvPr>
          <p:cNvSpPr/>
          <p:nvPr/>
        </p:nvSpPr>
        <p:spPr>
          <a:xfrm>
            <a:off x="9354312" y="2788920"/>
            <a:ext cx="237744" cy="365760"/>
          </a:xfrm>
          <a:prstGeom prst="chevron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6">
            <a:extLst>
              <a:ext uri="{FF2B5EF4-FFF2-40B4-BE49-F238E27FC236}">
                <a16:creationId xmlns:a16="http://schemas.microsoft.com/office/drawing/2014/main" id="{551BD3C4-32BD-9E4D-75D2-56430889CFBC}"/>
              </a:ext>
            </a:extLst>
          </p:cNvPr>
          <p:cNvSpPr/>
          <p:nvPr/>
        </p:nvSpPr>
        <p:spPr>
          <a:xfrm>
            <a:off x="9637776" y="1865376"/>
            <a:ext cx="1938528" cy="2212848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BFD9C1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7">
            <a:extLst>
              <a:ext uri="{FF2B5EF4-FFF2-40B4-BE49-F238E27FC236}">
                <a16:creationId xmlns:a16="http://schemas.microsoft.com/office/drawing/2014/main" id="{260CE4B3-FED7-D762-E127-6F2B4B35CDAB}"/>
              </a:ext>
            </a:extLst>
          </p:cNvPr>
          <p:cNvSpPr/>
          <p:nvPr/>
        </p:nvSpPr>
        <p:spPr>
          <a:xfrm>
            <a:off x="9637776" y="1865376"/>
            <a:ext cx="1938528" cy="5486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8">
            <a:extLst>
              <a:ext uri="{FF2B5EF4-FFF2-40B4-BE49-F238E27FC236}">
                <a16:creationId xmlns:a16="http://schemas.microsoft.com/office/drawing/2014/main" id="{090B4EEE-0A47-5E45-6DCC-8886AC2C5E7A}"/>
              </a:ext>
            </a:extLst>
          </p:cNvPr>
          <p:cNvSpPr/>
          <p:nvPr/>
        </p:nvSpPr>
        <p:spPr>
          <a:xfrm>
            <a:off x="9637776" y="2139696"/>
            <a:ext cx="1938528" cy="2743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9">
            <a:extLst>
              <a:ext uri="{FF2B5EF4-FFF2-40B4-BE49-F238E27FC236}">
                <a16:creationId xmlns:a16="http://schemas.microsoft.com/office/drawing/2014/main" id="{EA22202A-4F1B-C273-FBA3-DC132C35ECCE}"/>
              </a:ext>
            </a:extLst>
          </p:cNvPr>
          <p:cNvSpPr/>
          <p:nvPr/>
        </p:nvSpPr>
        <p:spPr>
          <a:xfrm>
            <a:off x="9784080" y="198424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60">
            <a:extLst>
              <a:ext uri="{FF2B5EF4-FFF2-40B4-BE49-F238E27FC236}">
                <a16:creationId xmlns:a16="http://schemas.microsoft.com/office/drawing/2014/main" id="{B54C9561-22EE-0C4F-920A-8F7B84CBE07A}"/>
              </a:ext>
            </a:extLst>
          </p:cNvPr>
          <p:cNvSpPr/>
          <p:nvPr/>
        </p:nvSpPr>
        <p:spPr>
          <a:xfrm>
            <a:off x="978408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E7D32"/>
                </a:solidFill>
                <a:ea typeface="Calibri" pitchFamily="34" charset="-122"/>
                <a:cs typeface="Calibri" pitchFamily="34" charset="-120"/>
              </a:rPr>
              <a:t>5</a:t>
            </a:r>
            <a:endParaRPr lang="en-US" sz="1300"/>
          </a:p>
        </p:txBody>
      </p:sp>
      <p:sp>
        <p:nvSpPr>
          <p:cNvPr id="60" name="Text 61">
            <a:extLst>
              <a:ext uri="{FF2B5EF4-FFF2-40B4-BE49-F238E27FC236}">
                <a16:creationId xmlns:a16="http://schemas.microsoft.com/office/drawing/2014/main" id="{27B07574-C0E5-42B9-16F6-AE2B3E8154FD}"/>
              </a:ext>
            </a:extLst>
          </p:cNvPr>
          <p:cNvSpPr/>
          <p:nvPr/>
        </p:nvSpPr>
        <p:spPr>
          <a:xfrm>
            <a:off x="10131552" y="1865376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OPERATE</a:t>
            </a:r>
            <a:endParaRPr lang="en-US" sz="1350"/>
          </a:p>
        </p:txBody>
      </p:sp>
      <p:sp>
        <p:nvSpPr>
          <p:cNvPr id="61" name="Shape 62">
            <a:extLst>
              <a:ext uri="{FF2B5EF4-FFF2-40B4-BE49-F238E27FC236}">
                <a16:creationId xmlns:a16="http://schemas.microsoft.com/office/drawing/2014/main" id="{A2813364-E002-06BA-015A-616FAA2F289A}"/>
              </a:ext>
            </a:extLst>
          </p:cNvPr>
          <p:cNvSpPr/>
          <p:nvPr/>
        </p:nvSpPr>
        <p:spPr>
          <a:xfrm>
            <a:off x="9784080" y="2542032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E4F0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3">
            <a:extLst>
              <a:ext uri="{FF2B5EF4-FFF2-40B4-BE49-F238E27FC236}">
                <a16:creationId xmlns:a16="http://schemas.microsoft.com/office/drawing/2014/main" id="{70ED8A0B-9A4E-65E3-F2F4-166BAEB65E5B}"/>
              </a:ext>
            </a:extLst>
          </p:cNvPr>
          <p:cNvSpPr/>
          <p:nvPr/>
        </p:nvSpPr>
        <p:spPr>
          <a:xfrm>
            <a:off x="9820656" y="25420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E7D32"/>
                </a:solidFill>
                <a:ea typeface="Calibri" pitchFamily="34" charset="-122"/>
                <a:cs typeface="Calibri" pitchFamily="34" charset="-120"/>
              </a:rPr>
              <a:t>Implement</a:t>
            </a:r>
            <a:endParaRPr lang="en-US" sz="1050"/>
          </a:p>
        </p:txBody>
      </p:sp>
      <p:sp>
        <p:nvSpPr>
          <p:cNvPr id="63" name="Shape 64">
            <a:extLst>
              <a:ext uri="{FF2B5EF4-FFF2-40B4-BE49-F238E27FC236}">
                <a16:creationId xmlns:a16="http://schemas.microsoft.com/office/drawing/2014/main" id="{6444C6D4-0B63-4FF3-4565-9F4B52035A49}"/>
              </a:ext>
            </a:extLst>
          </p:cNvPr>
          <p:cNvSpPr/>
          <p:nvPr/>
        </p:nvSpPr>
        <p:spPr>
          <a:xfrm>
            <a:off x="9784080" y="3054096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E4F0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5">
            <a:extLst>
              <a:ext uri="{FF2B5EF4-FFF2-40B4-BE49-F238E27FC236}">
                <a16:creationId xmlns:a16="http://schemas.microsoft.com/office/drawing/2014/main" id="{CB904EDE-E703-9854-63AB-E2BB8F5DBBBC}"/>
              </a:ext>
            </a:extLst>
          </p:cNvPr>
          <p:cNvSpPr/>
          <p:nvPr/>
        </p:nvSpPr>
        <p:spPr>
          <a:xfrm>
            <a:off x="9820656" y="305409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E7D32"/>
                </a:solidFill>
                <a:ea typeface="Calibri" pitchFamily="34" charset="-122"/>
                <a:cs typeface="Calibri" pitchFamily="34" charset="-120"/>
              </a:rPr>
              <a:t>Revenue (COD)</a:t>
            </a:r>
            <a:endParaRPr lang="en-US" sz="1050"/>
          </a:p>
        </p:txBody>
      </p:sp>
      <p:sp>
        <p:nvSpPr>
          <p:cNvPr id="65" name="Shape 66">
            <a:extLst>
              <a:ext uri="{FF2B5EF4-FFF2-40B4-BE49-F238E27FC236}">
                <a16:creationId xmlns:a16="http://schemas.microsoft.com/office/drawing/2014/main" id="{D54CA69E-2FEC-2110-85A0-E2BE92A90106}"/>
              </a:ext>
            </a:extLst>
          </p:cNvPr>
          <p:cNvSpPr/>
          <p:nvPr/>
        </p:nvSpPr>
        <p:spPr>
          <a:xfrm>
            <a:off x="9784080" y="3566160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E4F0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7">
            <a:extLst>
              <a:ext uri="{FF2B5EF4-FFF2-40B4-BE49-F238E27FC236}">
                <a16:creationId xmlns:a16="http://schemas.microsoft.com/office/drawing/2014/main" id="{90872AFD-0232-331F-3EA3-76D89561CB42}"/>
              </a:ext>
            </a:extLst>
          </p:cNvPr>
          <p:cNvSpPr/>
          <p:nvPr/>
        </p:nvSpPr>
        <p:spPr>
          <a:xfrm>
            <a:off x="9820656" y="356616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2E7D32"/>
                </a:solidFill>
                <a:ea typeface="Calibri" pitchFamily="34" charset="-122"/>
                <a:cs typeface="Calibri" pitchFamily="34" charset="-120"/>
              </a:rPr>
              <a:t>Performance mgmt</a:t>
            </a:r>
            <a:endParaRPr lang="en-US" sz="1050"/>
          </a:p>
        </p:txBody>
      </p:sp>
      <p:sp>
        <p:nvSpPr>
          <p:cNvPr id="67" name="Shape 68">
            <a:extLst>
              <a:ext uri="{FF2B5EF4-FFF2-40B4-BE49-F238E27FC236}">
                <a16:creationId xmlns:a16="http://schemas.microsoft.com/office/drawing/2014/main" id="{BB0A2F03-4640-7345-D87B-66686BE70CB8}"/>
              </a:ext>
            </a:extLst>
          </p:cNvPr>
          <p:cNvSpPr/>
          <p:nvPr/>
        </p:nvSpPr>
        <p:spPr>
          <a:xfrm>
            <a:off x="3792931" y="4096512"/>
            <a:ext cx="21946" cy="365760"/>
          </a:xfrm>
          <a:prstGeom prst="rect">
            <a:avLst/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9">
            <a:extLst>
              <a:ext uri="{FF2B5EF4-FFF2-40B4-BE49-F238E27FC236}">
                <a16:creationId xmlns:a16="http://schemas.microsoft.com/office/drawing/2014/main" id="{2D23EC76-085A-6577-AFBB-15D5199471F3}"/>
              </a:ext>
            </a:extLst>
          </p:cNvPr>
          <p:cNvSpPr/>
          <p:nvPr/>
        </p:nvSpPr>
        <p:spPr>
          <a:xfrm>
            <a:off x="2734056" y="4462272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9" name="Image 1" descr="preencoded.png">
            <a:extLst>
              <a:ext uri="{FF2B5EF4-FFF2-40B4-BE49-F238E27FC236}">
                <a16:creationId xmlns:a16="http://schemas.microsoft.com/office/drawing/2014/main" id="{83441AF9-86FA-C658-79A0-82ECEA528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4572000"/>
            <a:ext cx="201168" cy="201168"/>
          </a:xfrm>
          <a:prstGeom prst="rect">
            <a:avLst/>
          </a:prstGeom>
        </p:spPr>
      </p:pic>
      <p:sp>
        <p:nvSpPr>
          <p:cNvPr id="70" name="Text 70">
            <a:extLst>
              <a:ext uri="{FF2B5EF4-FFF2-40B4-BE49-F238E27FC236}">
                <a16:creationId xmlns:a16="http://schemas.microsoft.com/office/drawing/2014/main" id="{AC67B547-BB89-30D6-37CA-46C090907B56}"/>
              </a:ext>
            </a:extLst>
          </p:cNvPr>
          <p:cNvSpPr/>
          <p:nvPr/>
        </p:nvSpPr>
        <p:spPr>
          <a:xfrm>
            <a:off x="3154680" y="446227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GATE 1 · SCREENING</a:t>
            </a:r>
            <a:endParaRPr lang="en-US" sz="1050"/>
          </a:p>
        </p:txBody>
      </p:sp>
      <p:sp>
        <p:nvSpPr>
          <p:cNvPr id="71" name="Shape 71">
            <a:extLst>
              <a:ext uri="{FF2B5EF4-FFF2-40B4-BE49-F238E27FC236}">
                <a16:creationId xmlns:a16="http://schemas.microsoft.com/office/drawing/2014/main" id="{79335CF4-4B31-A507-7322-6E77D893389B}"/>
              </a:ext>
            </a:extLst>
          </p:cNvPr>
          <p:cNvSpPr/>
          <p:nvPr/>
        </p:nvSpPr>
        <p:spPr>
          <a:xfrm>
            <a:off x="6060643" y="4096512"/>
            <a:ext cx="21946" cy="365760"/>
          </a:xfrm>
          <a:prstGeom prst="rect">
            <a:avLst/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2">
            <a:extLst>
              <a:ext uri="{FF2B5EF4-FFF2-40B4-BE49-F238E27FC236}">
                <a16:creationId xmlns:a16="http://schemas.microsoft.com/office/drawing/2014/main" id="{7FD4871E-F0B1-9BCB-114C-CEA7A205D67A}"/>
              </a:ext>
            </a:extLst>
          </p:cNvPr>
          <p:cNvSpPr/>
          <p:nvPr/>
        </p:nvSpPr>
        <p:spPr>
          <a:xfrm>
            <a:off x="5001768" y="4462272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2" descr="preencoded.png">
            <a:extLst>
              <a:ext uri="{FF2B5EF4-FFF2-40B4-BE49-F238E27FC236}">
                <a16:creationId xmlns:a16="http://schemas.microsoft.com/office/drawing/2014/main" id="{07CE4706-BAED-373A-90E0-4713986C3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4572000"/>
            <a:ext cx="201168" cy="201168"/>
          </a:xfrm>
          <a:prstGeom prst="rect">
            <a:avLst/>
          </a:prstGeom>
        </p:spPr>
      </p:pic>
      <p:sp>
        <p:nvSpPr>
          <p:cNvPr id="74" name="Text 73">
            <a:extLst>
              <a:ext uri="{FF2B5EF4-FFF2-40B4-BE49-F238E27FC236}">
                <a16:creationId xmlns:a16="http://schemas.microsoft.com/office/drawing/2014/main" id="{69A5E15F-E24C-5EC8-EA2F-F461958ED1B6}"/>
              </a:ext>
            </a:extLst>
          </p:cNvPr>
          <p:cNvSpPr/>
          <p:nvPr/>
        </p:nvSpPr>
        <p:spPr>
          <a:xfrm>
            <a:off x="5422392" y="446227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GATE 2 · APPROVAL</a:t>
            </a:r>
            <a:endParaRPr lang="en-US" sz="1050"/>
          </a:p>
        </p:txBody>
      </p:sp>
      <p:sp>
        <p:nvSpPr>
          <p:cNvPr id="75" name="Shape 74">
            <a:extLst>
              <a:ext uri="{FF2B5EF4-FFF2-40B4-BE49-F238E27FC236}">
                <a16:creationId xmlns:a16="http://schemas.microsoft.com/office/drawing/2014/main" id="{B9D93519-72EE-1C0B-D94B-BA4E301D513F}"/>
              </a:ext>
            </a:extLst>
          </p:cNvPr>
          <p:cNvSpPr/>
          <p:nvPr/>
        </p:nvSpPr>
        <p:spPr>
          <a:xfrm>
            <a:off x="8328355" y="4096512"/>
            <a:ext cx="21946" cy="365760"/>
          </a:xfrm>
          <a:prstGeom prst="rect">
            <a:avLst/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278E20D2-BCED-A27A-E37A-F98757D729BF}"/>
              </a:ext>
            </a:extLst>
          </p:cNvPr>
          <p:cNvSpPr/>
          <p:nvPr/>
        </p:nvSpPr>
        <p:spPr>
          <a:xfrm>
            <a:off x="7269480" y="4462272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8" name="Image 3" descr="preencoded.png">
            <a:extLst>
              <a:ext uri="{FF2B5EF4-FFF2-40B4-BE49-F238E27FC236}">
                <a16:creationId xmlns:a16="http://schemas.microsoft.com/office/drawing/2014/main" id="{39249BDE-D61F-5077-79F0-626D745F2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4572000"/>
            <a:ext cx="201168" cy="201168"/>
          </a:xfrm>
          <a:prstGeom prst="rect">
            <a:avLst/>
          </a:prstGeom>
        </p:spPr>
      </p:pic>
      <p:sp>
        <p:nvSpPr>
          <p:cNvPr id="79" name="Text 76">
            <a:extLst>
              <a:ext uri="{FF2B5EF4-FFF2-40B4-BE49-F238E27FC236}">
                <a16:creationId xmlns:a16="http://schemas.microsoft.com/office/drawing/2014/main" id="{2C045CC8-57BE-EFDF-E565-3EC8998D881C}"/>
              </a:ext>
            </a:extLst>
          </p:cNvPr>
          <p:cNvSpPr/>
          <p:nvPr/>
        </p:nvSpPr>
        <p:spPr>
          <a:xfrm>
            <a:off x="7690104" y="446227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GATE 3 · COD READINESS</a:t>
            </a:r>
            <a:endParaRPr lang="en-US" sz="1050"/>
          </a:p>
        </p:txBody>
      </p:sp>
      <p:sp>
        <p:nvSpPr>
          <p:cNvPr id="80" name="Text 77">
            <a:extLst>
              <a:ext uri="{FF2B5EF4-FFF2-40B4-BE49-F238E27FC236}">
                <a16:creationId xmlns:a16="http://schemas.microsoft.com/office/drawing/2014/main" id="{6877B005-3E27-BEBC-3DF4-155714EEDFBD}"/>
              </a:ext>
            </a:extLst>
          </p:cNvPr>
          <p:cNvSpPr/>
          <p:nvPr/>
        </p:nvSpPr>
        <p:spPr>
          <a:xfrm>
            <a:off x="566928" y="50292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>
                <a:solidFill>
                  <a:srgbClr val="5C6776"/>
                </a:solidFill>
                <a:ea typeface="Calibri" pitchFamily="34" charset="-122"/>
                <a:cs typeface="Calibri" pitchFamily="34" charset="-120"/>
              </a:rPr>
              <a:t>Three decision gates govern progress — an opportunity advances only when it clears the gate.</a:t>
            </a:r>
            <a:endParaRPr lang="en-US" sz="115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D1EC558-03E2-AEA5-91EC-139697E12ADB}"/>
              </a:ext>
            </a:extLst>
          </p:cNvPr>
          <p:cNvGrpSpPr/>
          <p:nvPr/>
        </p:nvGrpSpPr>
        <p:grpSpPr>
          <a:xfrm>
            <a:off x="959989" y="5712154"/>
            <a:ext cx="1774067" cy="430888"/>
            <a:chOff x="959989" y="5712154"/>
            <a:chExt cx="1774067" cy="430888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B0227BE-C346-DF50-DA9A-C4AFB9FD092D}"/>
                </a:ext>
              </a:extLst>
            </p:cNvPr>
            <p:cNvGrpSpPr/>
            <p:nvPr/>
          </p:nvGrpSpPr>
          <p:grpSpPr>
            <a:xfrm>
              <a:off x="966280" y="5712154"/>
              <a:ext cx="1191315" cy="215444"/>
              <a:chOff x="966280" y="5712154"/>
              <a:chExt cx="1191315" cy="215444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9ECD1F04-259D-64B7-BA5E-0AC1C3FC7277}"/>
                  </a:ext>
                </a:extLst>
              </p:cNvPr>
              <p:cNvSpPr/>
              <p:nvPr/>
            </p:nvSpPr>
            <p:spPr>
              <a:xfrm>
                <a:off x="966280" y="5791200"/>
                <a:ext cx="434177" cy="71335"/>
              </a:xfrm>
              <a:prstGeom prst="rect">
                <a:avLst/>
              </a:prstGeom>
              <a:solidFill>
                <a:srgbClr val="1F3864"/>
              </a:solidFill>
              <a:ln/>
            </p:spPr>
            <p:txBody>
              <a:bodyPr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778A72B-954C-6466-9CDD-785F4AEAE15F}"/>
                  </a:ext>
                </a:extLst>
              </p:cNvPr>
              <p:cNvSpPr txBox="1"/>
              <p:nvPr/>
            </p:nvSpPr>
            <p:spPr>
              <a:xfrm>
                <a:off x="1405582" y="5712154"/>
                <a:ext cx="75201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/>
                  <a:t>New Business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9598FBE0-C9ED-1A7C-D3C0-E52C00E7A2DB}"/>
                </a:ext>
              </a:extLst>
            </p:cNvPr>
            <p:cNvGrpSpPr/>
            <p:nvPr/>
          </p:nvGrpSpPr>
          <p:grpSpPr>
            <a:xfrm>
              <a:off x="959989" y="5927598"/>
              <a:ext cx="1774067" cy="215444"/>
              <a:chOff x="959989" y="5927598"/>
              <a:chExt cx="1774067" cy="215444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B486758B-35A5-D6B7-F6DB-7E02A2A0F45A}"/>
                  </a:ext>
                </a:extLst>
              </p:cNvPr>
              <p:cNvSpPr/>
              <p:nvPr/>
            </p:nvSpPr>
            <p:spPr>
              <a:xfrm>
                <a:off x="959989" y="5993674"/>
                <a:ext cx="434177" cy="71335"/>
              </a:xfrm>
              <a:prstGeom prst="rect">
                <a:avLst/>
              </a:prstGeom>
              <a:solidFill>
                <a:srgbClr val="2E7D32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4B7410C-8BEB-D244-EBF0-F6D625830D0A}"/>
                  </a:ext>
                </a:extLst>
              </p:cNvPr>
              <p:cNvSpPr txBox="1"/>
              <p:nvPr/>
            </p:nvSpPr>
            <p:spPr>
              <a:xfrm>
                <a:off x="1379641" y="5927598"/>
                <a:ext cx="135441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/>
                  <a:t>Commercial Operations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384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91EE35-36B1-7CD5-761B-A776DF641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E854136A-7783-0BA4-C92C-45D6E4B8A6FF}"/>
              </a:ext>
            </a:extLst>
          </p:cNvPr>
          <p:cNvSpPr txBox="1"/>
          <p:nvPr/>
        </p:nvSpPr>
        <p:spPr>
          <a:xfrm>
            <a:off x="358129" y="160493"/>
            <a:ext cx="9960457" cy="5070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200" b="1" noProof="0">
                <a:solidFill>
                  <a:srgbClr val="054D4D"/>
                </a:solidFill>
                <a:cs typeface="Arial" panose="020B0604020202020204" pitchFamily="34" charset="0"/>
              </a:rPr>
              <a:t>SCREENING &amp; KNOCK-OUT TEST FRAMEWORK</a:t>
            </a:r>
          </a:p>
        </p:txBody>
      </p:sp>
      <p:sp>
        <p:nvSpPr>
          <p:cNvPr id="123" name="Text 2">
            <a:extLst>
              <a:ext uri="{FF2B5EF4-FFF2-40B4-BE49-F238E27FC236}">
                <a16:creationId xmlns:a16="http://schemas.microsoft.com/office/drawing/2014/main" id="{EE8A57FF-74A5-6DAA-A662-09B245207554}"/>
              </a:ext>
            </a:extLst>
          </p:cNvPr>
          <p:cNvSpPr/>
          <p:nvPr/>
        </p:nvSpPr>
        <p:spPr>
          <a:xfrm>
            <a:off x="472115" y="645782"/>
            <a:ext cx="11338560" cy="318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i="1" noProof="0">
                <a:solidFill>
                  <a:srgbClr val="4A5568"/>
                </a:solidFill>
                <a:cs typeface="Arial" panose="020B0604020202020204" pitchFamily="34" charset="0"/>
              </a:rPr>
              <a:t>Deal Screening</a:t>
            </a:r>
          </a:p>
        </p:txBody>
      </p:sp>
      <p:sp>
        <p:nvSpPr>
          <p:cNvPr id="124" name="Shape 3">
            <a:extLst>
              <a:ext uri="{FF2B5EF4-FFF2-40B4-BE49-F238E27FC236}">
                <a16:creationId xmlns:a16="http://schemas.microsoft.com/office/drawing/2014/main" id="{0C6C9566-A411-6863-8120-0771E360B9E6}"/>
              </a:ext>
            </a:extLst>
          </p:cNvPr>
          <p:cNvSpPr/>
          <p:nvPr/>
        </p:nvSpPr>
        <p:spPr>
          <a:xfrm>
            <a:off x="438994" y="930402"/>
            <a:ext cx="11338560" cy="0"/>
          </a:xfrm>
          <a:prstGeom prst="line">
            <a:avLst/>
          </a:prstGeom>
          <a:noFill/>
          <a:ln w="10160">
            <a:solidFill>
              <a:srgbClr val="1A9E9E"/>
            </a:solidFill>
            <a:prstDash val="solid"/>
          </a:ln>
        </p:spPr>
        <p:txBody>
          <a:bodyPr/>
          <a:lstStyle/>
          <a:p>
            <a:endParaRPr lang="en-GB" sz="2400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A4DE22-1FD1-C4FE-10F7-3A451141DAC2}"/>
              </a:ext>
            </a:extLst>
          </p:cNvPr>
          <p:cNvSpPr txBox="1"/>
          <p:nvPr/>
        </p:nvSpPr>
        <p:spPr>
          <a:xfrm>
            <a:off x="332708" y="964467"/>
            <a:ext cx="11487992" cy="2616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5A6B7B"/>
                </a:solidFill>
                <a:ea typeface="Calibri"/>
                <a:cs typeface="Calibri"/>
              </a:rPr>
              <a:t>Two-stage gate: knockout check first, weighted pillar scoring second. Total weighted score determines GO / CONDITIONAL / NO-GO.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C79C90-1785-F7D9-6AA2-4DF38A7DBDA1}"/>
              </a:ext>
            </a:extLst>
          </p:cNvPr>
          <p:cNvSpPr/>
          <p:nvPr/>
        </p:nvSpPr>
        <p:spPr>
          <a:xfrm>
            <a:off x="338000" y="1302902"/>
            <a:ext cx="11521291" cy="366284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000" b="1">
                <a:solidFill>
                  <a:srgbClr val="FFFFFF"/>
                </a:solidFill>
                <a:ea typeface="Calibri"/>
                <a:cs typeface="Calibri"/>
              </a:rPr>
              <a:t>STAGE 1   ·   KNOCKOUT CHECK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FAE030-CC2E-8E7D-9D50-FA4E93A8D8F6}"/>
              </a:ext>
            </a:extLst>
          </p:cNvPr>
          <p:cNvSpPr/>
          <p:nvPr/>
        </p:nvSpPr>
        <p:spPr>
          <a:xfrm>
            <a:off x="338000" y="1802380"/>
            <a:ext cx="7658661" cy="1498434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5DC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B3F2F-9A90-552C-5E7B-3A4F2F805521}"/>
              </a:ext>
            </a:extLst>
          </p:cNvPr>
          <p:cNvSpPr/>
          <p:nvPr/>
        </p:nvSpPr>
        <p:spPr>
          <a:xfrm>
            <a:off x="338000" y="1802380"/>
            <a:ext cx="7658661" cy="366284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000" b="1">
                <a:solidFill>
                  <a:srgbClr val="FFFFFF"/>
                </a:solidFill>
                <a:ea typeface="Calibri"/>
                <a:cs typeface="Calibri"/>
              </a:rPr>
              <a:t>▶  IF ALL 5 GATES PASS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3D9D02-58A6-C2A1-3C8C-EAA5470CBEE9}"/>
              </a:ext>
            </a:extLst>
          </p:cNvPr>
          <p:cNvSpPr txBox="1"/>
          <p:nvPr/>
        </p:nvSpPr>
        <p:spPr>
          <a:xfrm>
            <a:off x="504493" y="2268559"/>
            <a:ext cx="7325676" cy="32278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ea typeface="Calibri"/>
                <a:cs typeface="Calibri"/>
              </a:rPr>
              <a:t>Proceed to Stage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12CDDA-AB8E-DF02-3B52-752A0A4B2798}"/>
              </a:ext>
            </a:extLst>
          </p:cNvPr>
          <p:cNvSpPr txBox="1"/>
          <p:nvPr/>
        </p:nvSpPr>
        <p:spPr>
          <a:xfrm>
            <a:off x="504493" y="2568246"/>
            <a:ext cx="7325676" cy="52453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ea typeface="Calibri"/>
                <a:cs typeface="Calibri"/>
              </a:rPr>
              <a:t>Deal advances to weighted 5-pillar scoring with full evidence pack and screening memo. Estimated 5–7 business days to scored output.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5D4424-74F1-4A7D-21B3-B8E25115C0B6}"/>
              </a:ext>
            </a:extLst>
          </p:cNvPr>
          <p:cNvSpPr/>
          <p:nvPr/>
        </p:nvSpPr>
        <p:spPr>
          <a:xfrm>
            <a:off x="8196453" y="1802380"/>
            <a:ext cx="3662838" cy="1498434"/>
          </a:xfrm>
          <a:prstGeom prst="rect">
            <a:avLst/>
          </a:prstGeom>
          <a:solidFill>
            <a:srgbClr val="FBEFEF"/>
          </a:solidFill>
          <a:ln w="6350" cap="flat" cmpd="sng" algn="ctr">
            <a:solidFill>
              <a:srgbClr val="D5DC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35241F-CD47-8C81-950B-899A1B202BB4}"/>
              </a:ext>
            </a:extLst>
          </p:cNvPr>
          <p:cNvSpPr/>
          <p:nvPr/>
        </p:nvSpPr>
        <p:spPr>
          <a:xfrm>
            <a:off x="8196453" y="1802380"/>
            <a:ext cx="3662838" cy="366284"/>
          </a:xfrm>
          <a:prstGeom prst="rect">
            <a:avLst/>
          </a:prstGeom>
          <a:solidFill>
            <a:srgbClr val="7A1F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000" b="1">
                <a:solidFill>
                  <a:srgbClr val="FFFFFF"/>
                </a:solidFill>
                <a:ea typeface="Calibri"/>
                <a:cs typeface="Calibri"/>
              </a:rPr>
              <a:t>✕  IF ANY GATE FAILS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D2C52-707C-BA9F-C589-49EB04DB7487}"/>
              </a:ext>
            </a:extLst>
          </p:cNvPr>
          <p:cNvSpPr txBox="1"/>
          <p:nvPr/>
        </p:nvSpPr>
        <p:spPr>
          <a:xfrm>
            <a:off x="8362946" y="2268559"/>
            <a:ext cx="3329853" cy="32278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ea typeface="Calibri"/>
                <a:cs typeface="Calibri"/>
              </a:rPr>
              <a:t>Automatic NO-GO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EFE5E2-B08E-F9F8-3D6F-32D14DAFFF05}"/>
              </a:ext>
            </a:extLst>
          </p:cNvPr>
          <p:cNvSpPr txBox="1"/>
          <p:nvPr/>
        </p:nvSpPr>
        <p:spPr>
          <a:xfrm>
            <a:off x="8362946" y="2568246"/>
            <a:ext cx="3329853" cy="72627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ea typeface="Calibri"/>
                <a:cs typeface="Calibri"/>
              </a:rPr>
              <a:t>Deal formally declined and logged. Decline letter issued; rationale archived for audit trail.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523B91-F37F-6572-DFA2-1E25BB9EDB9E}"/>
              </a:ext>
            </a:extLst>
          </p:cNvPr>
          <p:cNvSpPr/>
          <p:nvPr/>
        </p:nvSpPr>
        <p:spPr>
          <a:xfrm>
            <a:off x="338000" y="3618151"/>
            <a:ext cx="11521291" cy="366284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000" b="1">
                <a:solidFill>
                  <a:srgbClr val="FFFFFF"/>
                </a:solidFill>
                <a:ea typeface="Calibri"/>
                <a:cs typeface="Calibri"/>
              </a:rPr>
              <a:t>STAGE 2   ·  WEIGHTED SCORING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4577C8-CD72-2635-23F2-241D78342035}"/>
              </a:ext>
            </a:extLst>
          </p:cNvPr>
          <p:cNvSpPr txBox="1"/>
          <p:nvPr/>
        </p:nvSpPr>
        <p:spPr>
          <a:xfrm>
            <a:off x="332708" y="4040834"/>
            <a:ext cx="11487992" cy="28244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>
            <a:lvl1pPr>
              <a:defRPr sz="1000" i="1">
                <a:solidFill>
                  <a:srgbClr val="5A6B7B"/>
                </a:solidFill>
                <a:ea typeface="Calibri"/>
                <a:cs typeface="Calibri"/>
              </a:defRPr>
            </a:lvl1pPr>
          </a:lstStyle>
          <a:p>
            <a:r>
              <a:rPr lang="en-US" sz="800"/>
              <a:t>What is the total weighted score?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F097DC-3FA0-7C5E-6E1A-BFF4293E4724}"/>
              </a:ext>
            </a:extLst>
          </p:cNvPr>
          <p:cNvSpPr/>
          <p:nvPr/>
        </p:nvSpPr>
        <p:spPr>
          <a:xfrm>
            <a:off x="338000" y="4315432"/>
            <a:ext cx="3762734" cy="136249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A1F1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869A6E-5727-3B35-EC6D-BDD570213303}"/>
              </a:ext>
            </a:extLst>
          </p:cNvPr>
          <p:cNvSpPr/>
          <p:nvPr/>
        </p:nvSpPr>
        <p:spPr>
          <a:xfrm>
            <a:off x="338000" y="4315431"/>
            <a:ext cx="3762734" cy="80573"/>
          </a:xfrm>
          <a:prstGeom prst="rect">
            <a:avLst/>
          </a:prstGeom>
          <a:solidFill>
            <a:srgbClr val="7A1F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FF8981-E9FB-E21C-0290-B06B5D5269B2}"/>
              </a:ext>
            </a:extLst>
          </p:cNvPr>
          <p:cNvSpPr txBox="1"/>
          <p:nvPr/>
        </p:nvSpPr>
        <p:spPr>
          <a:xfrm>
            <a:off x="537792" y="4548521"/>
            <a:ext cx="3363151" cy="32278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A1F1F"/>
                </a:solidFill>
                <a:ea typeface="Calibri"/>
                <a:cs typeface="Calibri"/>
              </a:rPr>
              <a:t>&lt; 65%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4AE173-C7CA-86F6-FA25-51564CD7F964}"/>
              </a:ext>
            </a:extLst>
          </p:cNvPr>
          <p:cNvSpPr txBox="1"/>
          <p:nvPr/>
        </p:nvSpPr>
        <p:spPr>
          <a:xfrm>
            <a:off x="537792" y="4730644"/>
            <a:ext cx="3363151" cy="32278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ea typeface="Calibri"/>
                <a:cs typeface="Calibri"/>
              </a:rPr>
              <a:t>NO-GO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03F7AA-C064-F348-5BC0-6AB9DC67AF11}"/>
              </a:ext>
            </a:extLst>
          </p:cNvPr>
          <p:cNvSpPr txBox="1"/>
          <p:nvPr/>
        </p:nvSpPr>
        <p:spPr>
          <a:xfrm>
            <a:off x="537792" y="4934285"/>
            <a:ext cx="3363151" cy="32278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A1F1F"/>
                </a:solidFill>
                <a:ea typeface="Calibri"/>
                <a:cs typeface="Calibri"/>
              </a:rPr>
              <a:t>Do not proceed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592972-EAD1-624C-CF10-6CF5582237D1}"/>
              </a:ext>
            </a:extLst>
          </p:cNvPr>
          <p:cNvSpPr txBox="1"/>
          <p:nvPr/>
        </p:nvSpPr>
        <p:spPr>
          <a:xfrm>
            <a:off x="537792" y="5233971"/>
            <a:ext cx="3363151" cy="52453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ea typeface="Calibri"/>
                <a:cs typeface="Calibri"/>
              </a:rPr>
              <a:t>Material deficiencies across pillars. Decline and document exit rationale.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902F1A-C460-1B73-96D1-7C34C0C32DBD}"/>
              </a:ext>
            </a:extLst>
          </p:cNvPr>
          <p:cNvSpPr/>
          <p:nvPr/>
        </p:nvSpPr>
        <p:spPr>
          <a:xfrm>
            <a:off x="4217279" y="4315432"/>
            <a:ext cx="3762734" cy="136249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896FF2-744B-4706-0E97-49558CDE666B}"/>
              </a:ext>
            </a:extLst>
          </p:cNvPr>
          <p:cNvSpPr/>
          <p:nvPr/>
        </p:nvSpPr>
        <p:spPr>
          <a:xfrm>
            <a:off x="4217279" y="4315431"/>
            <a:ext cx="3762734" cy="8057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F02F1C-6BAA-C2C3-66A7-4C2E6BEFB35E}"/>
              </a:ext>
            </a:extLst>
          </p:cNvPr>
          <p:cNvSpPr txBox="1"/>
          <p:nvPr/>
        </p:nvSpPr>
        <p:spPr>
          <a:xfrm>
            <a:off x="4417070" y="4548521"/>
            <a:ext cx="3363151" cy="32278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002060"/>
                </a:solidFill>
                <a:ea typeface="Calibri"/>
                <a:cs typeface="Calibri"/>
              </a:rPr>
              <a:t>65 – 79%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246DAE-FDFA-C6CD-D3B8-9C8CF51599D6}"/>
              </a:ext>
            </a:extLst>
          </p:cNvPr>
          <p:cNvSpPr txBox="1"/>
          <p:nvPr/>
        </p:nvSpPr>
        <p:spPr>
          <a:xfrm>
            <a:off x="4417070" y="4730644"/>
            <a:ext cx="3363151" cy="32278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ea typeface="Calibri"/>
                <a:cs typeface="Calibri"/>
              </a:rPr>
              <a:t>CONDITIONAL GO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5E4654-F11F-5ABB-C8D0-A548E36E6E97}"/>
              </a:ext>
            </a:extLst>
          </p:cNvPr>
          <p:cNvSpPr txBox="1"/>
          <p:nvPr/>
        </p:nvSpPr>
        <p:spPr>
          <a:xfrm>
            <a:off x="4417070" y="4934285"/>
            <a:ext cx="3363151" cy="32278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002060"/>
                </a:solidFill>
                <a:ea typeface="Calibri"/>
                <a:cs typeface="Calibri"/>
              </a:rPr>
              <a:t>Proceed with conditions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8F61B7-01A0-7DAB-8BDC-227115941B1C}"/>
              </a:ext>
            </a:extLst>
          </p:cNvPr>
          <p:cNvSpPr txBox="1"/>
          <p:nvPr/>
        </p:nvSpPr>
        <p:spPr>
          <a:xfrm>
            <a:off x="4417070" y="5233971"/>
            <a:ext cx="3363151" cy="52453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ea typeface="Calibri"/>
                <a:cs typeface="Calibri"/>
              </a:rPr>
              <a:t>Targeted gaps identified. Restructure terms or close items before Management vote.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4BD345-F010-6BFE-3AC2-C94A1560FFAF}"/>
              </a:ext>
            </a:extLst>
          </p:cNvPr>
          <p:cNvSpPr/>
          <p:nvPr/>
        </p:nvSpPr>
        <p:spPr>
          <a:xfrm>
            <a:off x="8096557" y="4315432"/>
            <a:ext cx="3762734" cy="136249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B15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410E94-3CCE-CE6D-3847-6EEB4C37DD6E}"/>
              </a:ext>
            </a:extLst>
          </p:cNvPr>
          <p:cNvSpPr/>
          <p:nvPr/>
        </p:nvSpPr>
        <p:spPr>
          <a:xfrm>
            <a:off x="8096557" y="4315431"/>
            <a:ext cx="3762734" cy="80573"/>
          </a:xfrm>
          <a:prstGeom prst="rect">
            <a:avLst/>
          </a:prstGeom>
          <a:solidFill>
            <a:srgbClr val="00B15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41CEF1-22CF-B71D-5D4B-D5821E912D8F}"/>
              </a:ext>
            </a:extLst>
          </p:cNvPr>
          <p:cNvSpPr txBox="1"/>
          <p:nvPr/>
        </p:nvSpPr>
        <p:spPr>
          <a:xfrm>
            <a:off x="8296349" y="4548521"/>
            <a:ext cx="3363151" cy="32278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00B15D"/>
                </a:solidFill>
                <a:ea typeface="Calibri"/>
                <a:cs typeface="Calibri"/>
              </a:rPr>
              <a:t>≥ 80%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44EEC5-6424-12BC-0092-790DD2CA43D4}"/>
              </a:ext>
            </a:extLst>
          </p:cNvPr>
          <p:cNvSpPr txBox="1"/>
          <p:nvPr/>
        </p:nvSpPr>
        <p:spPr>
          <a:xfrm>
            <a:off x="8296349" y="4730644"/>
            <a:ext cx="3363151" cy="32278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ea typeface="Calibri"/>
                <a:cs typeface="Calibri"/>
              </a:rPr>
              <a:t>GO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500A90-00F3-743F-4EC3-AE828046A3D5}"/>
              </a:ext>
            </a:extLst>
          </p:cNvPr>
          <p:cNvSpPr txBox="1"/>
          <p:nvPr/>
        </p:nvSpPr>
        <p:spPr>
          <a:xfrm>
            <a:off x="8296349" y="4934285"/>
            <a:ext cx="3363151" cy="32278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00B15D"/>
                </a:solidFill>
                <a:ea typeface="Calibri"/>
                <a:cs typeface="Calibri"/>
              </a:rPr>
              <a:t>Proceed to management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150E58-F13E-B735-1D9E-D5586AA1DFB5}"/>
              </a:ext>
            </a:extLst>
          </p:cNvPr>
          <p:cNvSpPr txBox="1"/>
          <p:nvPr/>
        </p:nvSpPr>
        <p:spPr>
          <a:xfrm>
            <a:off x="8296349" y="5233971"/>
            <a:ext cx="3363151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sz="1000">
                <a:ea typeface="Calibri"/>
                <a:cs typeface="Calibri"/>
              </a:rPr>
              <a:t>Deal </a:t>
            </a:r>
            <a:r>
              <a:rPr lang="en-GB" sz="1000">
                <a:ea typeface="Calibri"/>
                <a:cs typeface="Calibri"/>
              </a:rPr>
              <a:t>is eligible for full due diligence and a </a:t>
            </a:r>
            <a:r>
              <a:rPr lang="en-US" sz="1000">
                <a:ea typeface="Calibri"/>
                <a:cs typeface="Calibri"/>
              </a:rPr>
              <a:t>term sheet. IC approval recommended.</a:t>
            </a:r>
          </a:p>
        </p:txBody>
      </p:sp>
    </p:spTree>
    <p:extLst>
      <p:ext uri="{BB962C8B-B14F-4D97-AF65-F5344CB8AC3E}">
        <p14:creationId xmlns:p14="http://schemas.microsoft.com/office/powerpoint/2010/main" val="422419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DB38A-49F6-A84B-D818-D3220B344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329DD36-C4EB-AB66-CA53-D9B0FB633E48}"/>
              </a:ext>
            </a:extLst>
          </p:cNvPr>
          <p:cNvSpPr txBox="1"/>
          <p:nvPr/>
        </p:nvSpPr>
        <p:spPr>
          <a:xfrm>
            <a:off x="358129" y="160493"/>
            <a:ext cx="9960457" cy="5070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200" b="1" noProof="0">
                <a:solidFill>
                  <a:srgbClr val="054D4D"/>
                </a:solidFill>
                <a:cs typeface="Arial" panose="020B0604020202020204" pitchFamily="34" charset="0"/>
              </a:rPr>
              <a:t>OPPORTUNITY LIFECYCLE AND PROCESS MAP</a:t>
            </a:r>
          </a:p>
        </p:txBody>
      </p:sp>
      <p:sp>
        <p:nvSpPr>
          <p:cNvPr id="123" name="Text 2">
            <a:extLst>
              <a:ext uri="{FF2B5EF4-FFF2-40B4-BE49-F238E27FC236}">
                <a16:creationId xmlns:a16="http://schemas.microsoft.com/office/drawing/2014/main" id="{CDEEEA22-933B-98EF-A14A-306E85543CA2}"/>
              </a:ext>
            </a:extLst>
          </p:cNvPr>
          <p:cNvSpPr/>
          <p:nvPr/>
        </p:nvSpPr>
        <p:spPr>
          <a:xfrm>
            <a:off x="472115" y="645782"/>
            <a:ext cx="11338560" cy="318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i="1" noProof="0">
                <a:solidFill>
                  <a:srgbClr val="4A5568"/>
                </a:solidFill>
                <a:cs typeface="Arial" panose="020B0604020202020204" pitchFamily="34" charset="0"/>
              </a:rPr>
              <a:t>From Origination to Portfolio Performance </a:t>
            </a:r>
          </a:p>
        </p:txBody>
      </p:sp>
      <p:sp>
        <p:nvSpPr>
          <p:cNvPr id="124" name="Shape 3">
            <a:extLst>
              <a:ext uri="{FF2B5EF4-FFF2-40B4-BE49-F238E27FC236}">
                <a16:creationId xmlns:a16="http://schemas.microsoft.com/office/drawing/2014/main" id="{EF3FA9B9-14C9-27CE-FC02-8882F911ECFE}"/>
              </a:ext>
            </a:extLst>
          </p:cNvPr>
          <p:cNvSpPr/>
          <p:nvPr/>
        </p:nvSpPr>
        <p:spPr>
          <a:xfrm>
            <a:off x="438994" y="930402"/>
            <a:ext cx="11338560" cy="0"/>
          </a:xfrm>
          <a:prstGeom prst="line">
            <a:avLst/>
          </a:prstGeom>
          <a:noFill/>
          <a:ln w="10160">
            <a:solidFill>
              <a:srgbClr val="1A9E9E"/>
            </a:solidFill>
            <a:prstDash val="solid"/>
          </a:ln>
        </p:spPr>
        <p:txBody>
          <a:bodyPr/>
          <a:lstStyle/>
          <a:p>
            <a:endParaRPr lang="en-GB" sz="2400" noProof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429324D9-11DE-2459-E3B4-708AD4FDEC1D}"/>
              </a:ext>
            </a:extLst>
          </p:cNvPr>
          <p:cNvSpPr/>
          <p:nvPr/>
        </p:nvSpPr>
        <p:spPr>
          <a:xfrm>
            <a:off x="6100772" y="2248383"/>
            <a:ext cx="0" cy="347649"/>
          </a:xfrm>
          <a:prstGeom prst="line">
            <a:avLst/>
          </a:prstGeom>
          <a:noFill/>
          <a:ln w="15240">
            <a:solidFill>
              <a:srgbClr val="0A2A6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CAF0B165-B07D-233E-A179-D5BFBB05E325}"/>
              </a:ext>
            </a:extLst>
          </p:cNvPr>
          <p:cNvSpPr/>
          <p:nvPr/>
        </p:nvSpPr>
        <p:spPr>
          <a:xfrm>
            <a:off x="2125980" y="2596032"/>
            <a:ext cx="7891272" cy="0"/>
          </a:xfrm>
          <a:prstGeom prst="line">
            <a:avLst/>
          </a:prstGeom>
          <a:noFill/>
          <a:ln w="15240">
            <a:solidFill>
              <a:srgbClr val="0A2A6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CF1CEDF2-042C-5F86-61FF-D582CF0D0F00}"/>
              </a:ext>
            </a:extLst>
          </p:cNvPr>
          <p:cNvSpPr/>
          <p:nvPr/>
        </p:nvSpPr>
        <p:spPr>
          <a:xfrm>
            <a:off x="2125980" y="2596032"/>
            <a:ext cx="0" cy="118872"/>
          </a:xfrm>
          <a:prstGeom prst="line">
            <a:avLst/>
          </a:prstGeom>
          <a:noFill/>
          <a:ln w="15240">
            <a:solidFill>
              <a:srgbClr val="0A2A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G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CDE6B9A9-F596-A740-2FBC-3A0EB9FA039A}"/>
              </a:ext>
            </a:extLst>
          </p:cNvPr>
          <p:cNvSpPr/>
          <p:nvPr/>
        </p:nvSpPr>
        <p:spPr>
          <a:xfrm>
            <a:off x="6103620" y="2596032"/>
            <a:ext cx="0" cy="118872"/>
          </a:xfrm>
          <a:prstGeom prst="line">
            <a:avLst/>
          </a:prstGeom>
          <a:noFill/>
          <a:ln w="15240">
            <a:solidFill>
              <a:srgbClr val="0A2A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G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53BA7784-3EB8-2B93-505F-BAAD89F60CC7}"/>
              </a:ext>
            </a:extLst>
          </p:cNvPr>
          <p:cNvSpPr/>
          <p:nvPr/>
        </p:nvSpPr>
        <p:spPr>
          <a:xfrm>
            <a:off x="10017252" y="2596032"/>
            <a:ext cx="0" cy="118872"/>
          </a:xfrm>
          <a:prstGeom prst="line">
            <a:avLst/>
          </a:prstGeom>
          <a:noFill/>
          <a:ln w="15240">
            <a:solidFill>
              <a:srgbClr val="0A2A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G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E5F15525-589F-F9C8-1398-D8590962FF20}"/>
              </a:ext>
            </a:extLst>
          </p:cNvPr>
          <p:cNvSpPr/>
          <p:nvPr/>
        </p:nvSpPr>
        <p:spPr>
          <a:xfrm>
            <a:off x="2125980" y="3618374"/>
            <a:ext cx="0" cy="45720"/>
          </a:xfrm>
          <a:prstGeom prst="line">
            <a:avLst/>
          </a:prstGeom>
          <a:noFill/>
          <a:ln w="16510">
            <a:solidFill>
              <a:srgbClr val="1686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52493C05-9F8F-1ED4-0E00-877687BEF236}"/>
              </a:ext>
            </a:extLst>
          </p:cNvPr>
          <p:cNvSpPr/>
          <p:nvPr/>
        </p:nvSpPr>
        <p:spPr>
          <a:xfrm>
            <a:off x="6103620" y="3583584"/>
            <a:ext cx="0" cy="310896"/>
          </a:xfrm>
          <a:prstGeom prst="line">
            <a:avLst/>
          </a:prstGeom>
          <a:noFill/>
          <a:ln w="16510">
            <a:solidFill>
              <a:srgbClr val="1D63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G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450E2F20-C801-D7A3-6B21-F7A437A30486}"/>
              </a:ext>
            </a:extLst>
          </p:cNvPr>
          <p:cNvSpPr/>
          <p:nvPr/>
        </p:nvSpPr>
        <p:spPr>
          <a:xfrm>
            <a:off x="6103620" y="4379112"/>
            <a:ext cx="0" cy="292608"/>
          </a:xfrm>
          <a:prstGeom prst="line">
            <a:avLst/>
          </a:prstGeom>
          <a:noFill/>
          <a:ln w="16510">
            <a:solidFill>
              <a:srgbClr val="1D63C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G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81E8ED79-FC49-6259-048A-FCF04CCA42F3}"/>
              </a:ext>
            </a:extLst>
          </p:cNvPr>
          <p:cNvSpPr/>
          <p:nvPr/>
        </p:nvSpPr>
        <p:spPr>
          <a:xfrm>
            <a:off x="10017252" y="3583584"/>
            <a:ext cx="0" cy="292608"/>
          </a:xfrm>
          <a:prstGeom prst="line">
            <a:avLst/>
          </a:prstGeom>
          <a:noFill/>
          <a:ln w="16510">
            <a:solidFill>
              <a:srgbClr val="C8102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G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41BA5D58-8CA1-F0E6-56D3-FAC78DAA0273}"/>
              </a:ext>
            </a:extLst>
          </p:cNvPr>
          <p:cNvSpPr/>
          <p:nvPr/>
        </p:nvSpPr>
        <p:spPr>
          <a:xfrm>
            <a:off x="685799" y="1229120"/>
            <a:ext cx="2792829" cy="356616"/>
          </a:xfrm>
          <a:prstGeom prst="roundRect">
            <a:avLst>
              <a:gd name="adj" fmla="val 30769"/>
            </a:avLst>
          </a:prstGeom>
          <a:solidFill>
            <a:srgbClr val="F2F7FF"/>
          </a:solidFill>
          <a:ln w="15240">
            <a:solidFill>
              <a:srgbClr val="83ADE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0C9186AF-1DDB-9920-DBE4-6FE99FB87708}"/>
              </a:ext>
            </a:extLst>
          </p:cNvPr>
          <p:cNvSpPr/>
          <p:nvPr/>
        </p:nvSpPr>
        <p:spPr>
          <a:xfrm>
            <a:off x="713232" y="1251980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09245C"/>
          </a:solidFill>
          <a:ln w="12700">
            <a:solidFill>
              <a:srgbClr val="0924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770EC76F-FE0D-09D3-F9D3-E4BBDB2F0394}"/>
              </a:ext>
            </a:extLst>
          </p:cNvPr>
          <p:cNvSpPr/>
          <p:nvPr/>
        </p:nvSpPr>
        <p:spPr>
          <a:xfrm>
            <a:off x="713232" y="1256552"/>
            <a:ext cx="384048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1</a:t>
            </a:r>
            <a:endParaRPr lang="en-US" sz="160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A5DDC47A-C505-3EA1-1B85-02C446807A2C}"/>
              </a:ext>
            </a:extLst>
          </p:cNvPr>
          <p:cNvSpPr/>
          <p:nvPr/>
        </p:nvSpPr>
        <p:spPr>
          <a:xfrm>
            <a:off x="1188720" y="1251980"/>
            <a:ext cx="310896" cy="310896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02DB2C02-485A-E87E-B049-B8DDB69D4EB4}"/>
              </a:ext>
            </a:extLst>
          </p:cNvPr>
          <p:cNvSpPr/>
          <p:nvPr/>
        </p:nvSpPr>
        <p:spPr>
          <a:xfrm>
            <a:off x="1188720" y="1256552"/>
            <a:ext cx="310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•</a:t>
            </a:r>
            <a:endParaRPr lang="en-US" sz="120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7C6C1773-E2E3-3E82-EC88-4C64BE842061}"/>
              </a:ext>
            </a:extLst>
          </p:cNvPr>
          <p:cNvSpPr/>
          <p:nvPr/>
        </p:nvSpPr>
        <p:spPr>
          <a:xfrm>
            <a:off x="1554480" y="1283984"/>
            <a:ext cx="1632857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Opportunity Origination</a:t>
            </a:r>
            <a:endParaRPr lang="en-US" sz="1220"/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F6A14F80-0BF4-315A-5CE9-24BC978CF984}"/>
              </a:ext>
            </a:extLst>
          </p:cNvPr>
          <p:cNvSpPr/>
          <p:nvPr/>
        </p:nvSpPr>
        <p:spPr>
          <a:xfrm>
            <a:off x="4453128" y="1234773"/>
            <a:ext cx="2792838" cy="356616"/>
          </a:xfrm>
          <a:prstGeom prst="roundRect">
            <a:avLst>
              <a:gd name="adj" fmla="val 30769"/>
            </a:avLst>
          </a:prstGeom>
          <a:solidFill>
            <a:srgbClr val="F2F7FF"/>
          </a:solidFill>
          <a:ln w="15240">
            <a:solidFill>
              <a:srgbClr val="83ADE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02241CAE-DDE0-6CBF-E54E-9A5B9ED49F91}"/>
              </a:ext>
            </a:extLst>
          </p:cNvPr>
          <p:cNvSpPr/>
          <p:nvPr/>
        </p:nvSpPr>
        <p:spPr>
          <a:xfrm>
            <a:off x="4480560" y="1257633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09245C"/>
          </a:solidFill>
          <a:ln w="12700">
            <a:solidFill>
              <a:srgbClr val="0924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227CAE16-29F5-0399-EDCC-7EC22B0EDA41}"/>
              </a:ext>
            </a:extLst>
          </p:cNvPr>
          <p:cNvSpPr/>
          <p:nvPr/>
        </p:nvSpPr>
        <p:spPr>
          <a:xfrm>
            <a:off x="4480560" y="1262205"/>
            <a:ext cx="384048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2</a:t>
            </a:r>
            <a:endParaRPr lang="en-US" sz="1600"/>
          </a:p>
        </p:txBody>
      </p:sp>
      <p:sp>
        <p:nvSpPr>
          <p:cNvPr id="45" name="Shape 23">
            <a:extLst>
              <a:ext uri="{FF2B5EF4-FFF2-40B4-BE49-F238E27FC236}">
                <a16:creationId xmlns:a16="http://schemas.microsoft.com/office/drawing/2014/main" id="{74C896A8-9233-59D4-E72C-BC40DB06E25D}"/>
              </a:ext>
            </a:extLst>
          </p:cNvPr>
          <p:cNvSpPr/>
          <p:nvPr/>
        </p:nvSpPr>
        <p:spPr>
          <a:xfrm>
            <a:off x="4956048" y="1257633"/>
            <a:ext cx="310896" cy="310896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E01A56A0-5BCB-E542-445B-372FD1392A74}"/>
              </a:ext>
            </a:extLst>
          </p:cNvPr>
          <p:cNvSpPr/>
          <p:nvPr/>
        </p:nvSpPr>
        <p:spPr>
          <a:xfrm>
            <a:off x="4956048" y="1262205"/>
            <a:ext cx="310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⌕</a:t>
            </a:r>
            <a:endParaRPr lang="en-US" sz="1200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BA9152CC-8390-4B3F-3E19-1A29EE87D33D}"/>
              </a:ext>
            </a:extLst>
          </p:cNvPr>
          <p:cNvSpPr/>
          <p:nvPr/>
        </p:nvSpPr>
        <p:spPr>
          <a:xfrm>
            <a:off x="5321808" y="1289637"/>
            <a:ext cx="192415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Initial Opportunity Screening</a:t>
            </a:r>
            <a:endParaRPr lang="en-US" sz="1220"/>
          </a:p>
        </p:txBody>
      </p:sp>
      <p:sp>
        <p:nvSpPr>
          <p:cNvPr id="48" name="Shape 26">
            <a:extLst>
              <a:ext uri="{FF2B5EF4-FFF2-40B4-BE49-F238E27FC236}">
                <a16:creationId xmlns:a16="http://schemas.microsoft.com/office/drawing/2014/main" id="{6F8856C4-3887-C84E-1AA0-5587C9962774}"/>
              </a:ext>
            </a:extLst>
          </p:cNvPr>
          <p:cNvSpPr/>
          <p:nvPr/>
        </p:nvSpPr>
        <p:spPr>
          <a:xfrm>
            <a:off x="8404643" y="1229120"/>
            <a:ext cx="2792836" cy="356616"/>
          </a:xfrm>
          <a:prstGeom prst="roundRect">
            <a:avLst>
              <a:gd name="adj" fmla="val 30769"/>
            </a:avLst>
          </a:prstGeom>
          <a:solidFill>
            <a:srgbClr val="F2F7FF"/>
          </a:solidFill>
          <a:ln w="15240">
            <a:solidFill>
              <a:srgbClr val="83ADE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9" name="Shape 27">
            <a:extLst>
              <a:ext uri="{FF2B5EF4-FFF2-40B4-BE49-F238E27FC236}">
                <a16:creationId xmlns:a16="http://schemas.microsoft.com/office/drawing/2014/main" id="{373BA73E-AE8C-98A4-FE20-67FF54BA9D37}"/>
              </a:ext>
            </a:extLst>
          </p:cNvPr>
          <p:cNvSpPr/>
          <p:nvPr/>
        </p:nvSpPr>
        <p:spPr>
          <a:xfrm>
            <a:off x="8432075" y="1251980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09245C"/>
          </a:solidFill>
          <a:ln w="12700">
            <a:solidFill>
              <a:srgbClr val="0924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05B71465-EEFB-8226-6CCC-67EDDFCE4B62}"/>
              </a:ext>
            </a:extLst>
          </p:cNvPr>
          <p:cNvSpPr/>
          <p:nvPr/>
        </p:nvSpPr>
        <p:spPr>
          <a:xfrm>
            <a:off x="8432075" y="1256552"/>
            <a:ext cx="384048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3</a:t>
            </a:r>
            <a:endParaRPr lang="en-US" sz="1600"/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FBFE1A17-06A5-47E4-CC1A-31DC7191B32A}"/>
              </a:ext>
            </a:extLst>
          </p:cNvPr>
          <p:cNvSpPr/>
          <p:nvPr/>
        </p:nvSpPr>
        <p:spPr>
          <a:xfrm>
            <a:off x="8907563" y="1251980"/>
            <a:ext cx="310896" cy="310896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86BA82C4-A221-55A6-94C9-943CB62475C5}"/>
              </a:ext>
            </a:extLst>
          </p:cNvPr>
          <p:cNvSpPr/>
          <p:nvPr/>
        </p:nvSpPr>
        <p:spPr>
          <a:xfrm>
            <a:off x="8907563" y="1256552"/>
            <a:ext cx="310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✓</a:t>
            </a:r>
            <a:endParaRPr lang="en-US" sz="120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59F5A954-8B8D-88E5-74CB-84F8EE858F12}"/>
              </a:ext>
            </a:extLst>
          </p:cNvPr>
          <p:cNvSpPr/>
          <p:nvPr/>
        </p:nvSpPr>
        <p:spPr>
          <a:xfrm>
            <a:off x="9273323" y="1283984"/>
            <a:ext cx="1660287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Preliminary Evaluation</a:t>
            </a:r>
            <a:endParaRPr lang="en-US" sz="1220"/>
          </a:p>
        </p:txBody>
      </p:sp>
      <p:sp>
        <p:nvSpPr>
          <p:cNvPr id="54" name="Shape 32">
            <a:extLst>
              <a:ext uri="{FF2B5EF4-FFF2-40B4-BE49-F238E27FC236}">
                <a16:creationId xmlns:a16="http://schemas.microsoft.com/office/drawing/2014/main" id="{82EFE50F-DB82-7CAF-B8A7-CF291005F68B}"/>
              </a:ext>
            </a:extLst>
          </p:cNvPr>
          <p:cNvSpPr/>
          <p:nvPr/>
        </p:nvSpPr>
        <p:spPr>
          <a:xfrm>
            <a:off x="4041648" y="1891768"/>
            <a:ext cx="4297680" cy="356616"/>
          </a:xfrm>
          <a:prstGeom prst="roundRect">
            <a:avLst>
              <a:gd name="adj" fmla="val 30769"/>
            </a:avLst>
          </a:prstGeom>
          <a:solidFill>
            <a:srgbClr val="F2F7FF"/>
          </a:solidFill>
          <a:ln w="15240">
            <a:solidFill>
              <a:srgbClr val="83ADE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5" name="Shape 33">
            <a:extLst>
              <a:ext uri="{FF2B5EF4-FFF2-40B4-BE49-F238E27FC236}">
                <a16:creationId xmlns:a16="http://schemas.microsoft.com/office/drawing/2014/main" id="{2F574B13-FA08-E82A-BF02-E2E1CA66F48F}"/>
              </a:ext>
            </a:extLst>
          </p:cNvPr>
          <p:cNvSpPr/>
          <p:nvPr/>
        </p:nvSpPr>
        <p:spPr>
          <a:xfrm>
            <a:off x="4069080" y="1914628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09245C"/>
          </a:solidFill>
          <a:ln w="12700">
            <a:solidFill>
              <a:srgbClr val="0924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46C2DDD4-11AE-C6FE-4501-36ED7F167824}"/>
              </a:ext>
            </a:extLst>
          </p:cNvPr>
          <p:cNvSpPr/>
          <p:nvPr/>
        </p:nvSpPr>
        <p:spPr>
          <a:xfrm>
            <a:off x="4069080" y="1919200"/>
            <a:ext cx="384048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4</a:t>
            </a:r>
            <a:endParaRPr lang="en-US" sz="1600"/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BDB92E6A-A905-05C0-7585-E9941F558F0F}"/>
              </a:ext>
            </a:extLst>
          </p:cNvPr>
          <p:cNvSpPr/>
          <p:nvPr/>
        </p:nvSpPr>
        <p:spPr>
          <a:xfrm>
            <a:off x="4544568" y="1914628"/>
            <a:ext cx="310896" cy="310896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8" name="Text 36">
            <a:extLst>
              <a:ext uri="{FF2B5EF4-FFF2-40B4-BE49-F238E27FC236}">
                <a16:creationId xmlns:a16="http://schemas.microsoft.com/office/drawing/2014/main" id="{EEE782DA-64CA-6B12-676C-FCBE8CFA2FE9}"/>
              </a:ext>
            </a:extLst>
          </p:cNvPr>
          <p:cNvSpPr/>
          <p:nvPr/>
        </p:nvSpPr>
        <p:spPr>
          <a:xfrm>
            <a:off x="4544568" y="1919200"/>
            <a:ext cx="310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≡</a:t>
            </a:r>
            <a:endParaRPr lang="en-US" sz="1200"/>
          </a:p>
        </p:txBody>
      </p:sp>
      <p:sp>
        <p:nvSpPr>
          <p:cNvPr id="59" name="Text 37">
            <a:extLst>
              <a:ext uri="{FF2B5EF4-FFF2-40B4-BE49-F238E27FC236}">
                <a16:creationId xmlns:a16="http://schemas.microsoft.com/office/drawing/2014/main" id="{6154B8C5-14FF-BC49-7F01-8D25FD69545D}"/>
              </a:ext>
            </a:extLst>
          </p:cNvPr>
          <p:cNvSpPr/>
          <p:nvPr/>
        </p:nvSpPr>
        <p:spPr>
          <a:xfrm>
            <a:off x="4910328" y="1946632"/>
            <a:ext cx="333756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Pipeline Classification</a:t>
            </a:r>
            <a:endParaRPr lang="en-US" sz="1220"/>
          </a:p>
        </p:txBody>
      </p:sp>
      <p:sp>
        <p:nvSpPr>
          <p:cNvPr id="60" name="Shape 38">
            <a:extLst>
              <a:ext uri="{FF2B5EF4-FFF2-40B4-BE49-F238E27FC236}">
                <a16:creationId xmlns:a16="http://schemas.microsoft.com/office/drawing/2014/main" id="{87644E83-3AA3-B861-C6C4-D972AB183623}"/>
              </a:ext>
            </a:extLst>
          </p:cNvPr>
          <p:cNvSpPr/>
          <p:nvPr/>
        </p:nvSpPr>
        <p:spPr>
          <a:xfrm>
            <a:off x="685800" y="2714904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F0FBF3"/>
          </a:solidFill>
          <a:ln w="15240">
            <a:solidFill>
              <a:srgbClr val="16863A"/>
            </a:solidFill>
            <a:prstDash val="solid"/>
          </a:ln>
          <a:effectLst>
            <a:outerShdw blurRad="12700" dist="50800" dir="2700000" algn="bl" rotWithShape="0">
              <a:srgbClr val="D0D5DD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1" name="Shape 39">
            <a:extLst>
              <a:ext uri="{FF2B5EF4-FFF2-40B4-BE49-F238E27FC236}">
                <a16:creationId xmlns:a16="http://schemas.microsoft.com/office/drawing/2014/main" id="{CE679B65-F498-9A71-14B5-424E7C35AE89}"/>
              </a:ext>
            </a:extLst>
          </p:cNvPr>
          <p:cNvSpPr/>
          <p:nvPr/>
        </p:nvSpPr>
        <p:spPr>
          <a:xfrm>
            <a:off x="822960" y="2906928"/>
            <a:ext cx="475488" cy="475488"/>
          </a:xfrm>
          <a:prstGeom prst="ellipse">
            <a:avLst/>
          </a:prstGeom>
          <a:solidFill>
            <a:srgbClr val="16863A"/>
          </a:solidFill>
          <a:ln w="12700">
            <a:solidFill>
              <a:srgbClr val="16863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2" name="Text 40">
            <a:extLst>
              <a:ext uri="{FF2B5EF4-FFF2-40B4-BE49-F238E27FC236}">
                <a16:creationId xmlns:a16="http://schemas.microsoft.com/office/drawing/2014/main" id="{126AF8F5-BFC5-324A-ADC6-49751D0F770B}"/>
              </a:ext>
            </a:extLst>
          </p:cNvPr>
          <p:cNvSpPr/>
          <p:nvPr/>
        </p:nvSpPr>
        <p:spPr>
          <a:xfrm>
            <a:off x="822960" y="2961792"/>
            <a:ext cx="4754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9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◎</a:t>
            </a:r>
            <a:endParaRPr lang="en-US" sz="1900"/>
          </a:p>
        </p:txBody>
      </p:sp>
      <p:sp>
        <p:nvSpPr>
          <p:cNvPr id="63" name="Text 41">
            <a:extLst>
              <a:ext uri="{FF2B5EF4-FFF2-40B4-BE49-F238E27FC236}">
                <a16:creationId xmlns:a16="http://schemas.microsoft.com/office/drawing/2014/main" id="{999D7B8C-0DF3-D829-7300-01047A038767}"/>
              </a:ext>
            </a:extLst>
          </p:cNvPr>
          <p:cNvSpPr/>
          <p:nvPr/>
        </p:nvSpPr>
        <p:spPr>
          <a:xfrm>
            <a:off x="1472184" y="2842920"/>
            <a:ext cx="1920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1" b="1">
                <a:solidFill>
                  <a:srgbClr val="16863A"/>
                </a:solidFill>
                <a:ea typeface="Aptos" pitchFamily="34" charset="-122"/>
                <a:cs typeface="Aptos" pitchFamily="34" charset="-120"/>
              </a:rPr>
              <a:t>Active Pipeline</a:t>
            </a:r>
            <a:endParaRPr lang="en-US" sz="1251"/>
          </a:p>
        </p:txBody>
      </p:sp>
      <p:sp>
        <p:nvSpPr>
          <p:cNvPr id="64" name="Shape 42">
            <a:extLst>
              <a:ext uri="{FF2B5EF4-FFF2-40B4-BE49-F238E27FC236}">
                <a16:creationId xmlns:a16="http://schemas.microsoft.com/office/drawing/2014/main" id="{EEBCDFB8-37BC-65C9-BA8A-0399D43CAD4F}"/>
              </a:ext>
            </a:extLst>
          </p:cNvPr>
          <p:cNvSpPr/>
          <p:nvPr/>
        </p:nvSpPr>
        <p:spPr>
          <a:xfrm>
            <a:off x="1453896" y="3108096"/>
            <a:ext cx="1920240" cy="0"/>
          </a:xfrm>
          <a:prstGeom prst="line">
            <a:avLst/>
          </a:prstGeom>
          <a:noFill/>
          <a:ln w="12700">
            <a:solidFill>
              <a:srgbClr val="16863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5" name="Text 43">
            <a:extLst>
              <a:ext uri="{FF2B5EF4-FFF2-40B4-BE49-F238E27FC236}">
                <a16:creationId xmlns:a16="http://schemas.microsoft.com/office/drawing/2014/main" id="{55568525-EC06-264C-571B-CA271C03B31F}"/>
              </a:ext>
            </a:extLst>
          </p:cNvPr>
          <p:cNvSpPr/>
          <p:nvPr/>
        </p:nvSpPr>
        <p:spPr>
          <a:xfrm>
            <a:off x="1472184" y="3162960"/>
            <a:ext cx="19202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951" b="1">
                <a:solidFill>
                  <a:srgbClr val="101828"/>
                </a:solidFill>
                <a:ea typeface="Aptos" pitchFamily="34" charset="-122"/>
                <a:cs typeface="Aptos" pitchFamily="34" charset="-120"/>
              </a:rPr>
              <a:t>Opportunity is viable and</a:t>
            </a:r>
            <a:endParaRPr lang="en-US" sz="951"/>
          </a:p>
          <a:p>
            <a:pPr algn="ctr"/>
            <a:r>
              <a:rPr lang="en-US" sz="951" b="1">
                <a:solidFill>
                  <a:srgbClr val="101828"/>
                </a:solidFill>
                <a:ea typeface="Aptos" pitchFamily="34" charset="-122"/>
                <a:cs typeface="Aptos" pitchFamily="34" charset="-120"/>
              </a:rPr>
              <a:t>should be actively pursued</a:t>
            </a:r>
            <a:endParaRPr lang="en-US" sz="951"/>
          </a:p>
        </p:txBody>
      </p:sp>
      <p:sp>
        <p:nvSpPr>
          <p:cNvPr id="66" name="Shape 44">
            <a:extLst>
              <a:ext uri="{FF2B5EF4-FFF2-40B4-BE49-F238E27FC236}">
                <a16:creationId xmlns:a16="http://schemas.microsoft.com/office/drawing/2014/main" id="{B27FBDA3-284D-04DE-59C1-D79878ED281C}"/>
              </a:ext>
            </a:extLst>
          </p:cNvPr>
          <p:cNvSpPr/>
          <p:nvPr/>
        </p:nvSpPr>
        <p:spPr>
          <a:xfrm>
            <a:off x="4663440" y="2714904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F2F7FF"/>
          </a:solidFill>
          <a:ln w="15240">
            <a:solidFill>
              <a:srgbClr val="1D63C1"/>
            </a:solidFill>
            <a:prstDash val="solid"/>
          </a:ln>
          <a:effectLst>
            <a:outerShdw blurRad="12700" dist="50800" dir="2700000" algn="bl" rotWithShape="0">
              <a:srgbClr val="D0D5DD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7" name="Shape 45">
            <a:extLst>
              <a:ext uri="{FF2B5EF4-FFF2-40B4-BE49-F238E27FC236}">
                <a16:creationId xmlns:a16="http://schemas.microsoft.com/office/drawing/2014/main" id="{2F2319C2-9022-2978-9F85-7B8501CB0055}"/>
              </a:ext>
            </a:extLst>
          </p:cNvPr>
          <p:cNvSpPr/>
          <p:nvPr/>
        </p:nvSpPr>
        <p:spPr>
          <a:xfrm>
            <a:off x="4800600" y="2906928"/>
            <a:ext cx="475488" cy="475488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8" name="Text 46">
            <a:extLst>
              <a:ext uri="{FF2B5EF4-FFF2-40B4-BE49-F238E27FC236}">
                <a16:creationId xmlns:a16="http://schemas.microsoft.com/office/drawing/2014/main" id="{0A8E404F-4E35-FBBD-6095-D55E68B067AF}"/>
              </a:ext>
            </a:extLst>
          </p:cNvPr>
          <p:cNvSpPr/>
          <p:nvPr/>
        </p:nvSpPr>
        <p:spPr>
          <a:xfrm>
            <a:off x="4800600" y="2961792"/>
            <a:ext cx="4754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9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↻</a:t>
            </a:r>
            <a:endParaRPr lang="en-US" sz="1900"/>
          </a:p>
        </p:txBody>
      </p:sp>
      <p:sp>
        <p:nvSpPr>
          <p:cNvPr id="69" name="Text 47">
            <a:extLst>
              <a:ext uri="{FF2B5EF4-FFF2-40B4-BE49-F238E27FC236}">
                <a16:creationId xmlns:a16="http://schemas.microsoft.com/office/drawing/2014/main" id="{C604E947-63DD-D03F-4EF9-E8B4A93F38AC}"/>
              </a:ext>
            </a:extLst>
          </p:cNvPr>
          <p:cNvSpPr/>
          <p:nvPr/>
        </p:nvSpPr>
        <p:spPr>
          <a:xfrm>
            <a:off x="5449824" y="2842920"/>
            <a:ext cx="1920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1" b="1">
                <a:solidFill>
                  <a:srgbClr val="1D63C1"/>
                </a:solidFill>
                <a:ea typeface="Aptos" pitchFamily="34" charset="-122"/>
                <a:cs typeface="Aptos" pitchFamily="34" charset="-120"/>
              </a:rPr>
              <a:t>Non Active Pipeline</a:t>
            </a:r>
            <a:endParaRPr lang="en-US" sz="1251"/>
          </a:p>
        </p:txBody>
      </p:sp>
      <p:sp>
        <p:nvSpPr>
          <p:cNvPr id="70" name="Shape 48">
            <a:extLst>
              <a:ext uri="{FF2B5EF4-FFF2-40B4-BE49-F238E27FC236}">
                <a16:creationId xmlns:a16="http://schemas.microsoft.com/office/drawing/2014/main" id="{3A26E058-AFB7-EF2B-9C0E-8E2753F4176C}"/>
              </a:ext>
            </a:extLst>
          </p:cNvPr>
          <p:cNvSpPr/>
          <p:nvPr/>
        </p:nvSpPr>
        <p:spPr>
          <a:xfrm>
            <a:off x="5431536" y="3108096"/>
            <a:ext cx="1920240" cy="0"/>
          </a:xfrm>
          <a:prstGeom prst="line">
            <a:avLst/>
          </a:prstGeom>
          <a:noFill/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1" name="Text 49">
            <a:extLst>
              <a:ext uri="{FF2B5EF4-FFF2-40B4-BE49-F238E27FC236}">
                <a16:creationId xmlns:a16="http://schemas.microsoft.com/office/drawing/2014/main" id="{9BFB2890-0A6E-EF37-5DED-9996597A55D1}"/>
              </a:ext>
            </a:extLst>
          </p:cNvPr>
          <p:cNvSpPr/>
          <p:nvPr/>
        </p:nvSpPr>
        <p:spPr>
          <a:xfrm>
            <a:off x="5449824" y="3162960"/>
            <a:ext cx="19202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951" b="1">
                <a:solidFill>
                  <a:srgbClr val="101828"/>
                </a:solidFill>
                <a:ea typeface="Aptos" pitchFamily="34" charset="-122"/>
                <a:cs typeface="Aptos" pitchFamily="34" charset="-120"/>
              </a:rPr>
              <a:t>Opportunity has potential but</a:t>
            </a:r>
            <a:endParaRPr lang="en-US" sz="951"/>
          </a:p>
          <a:p>
            <a:pPr algn="ctr"/>
            <a:r>
              <a:rPr lang="en-US" sz="951" b="1">
                <a:solidFill>
                  <a:srgbClr val="101828"/>
                </a:solidFill>
                <a:ea typeface="Aptos" pitchFamily="34" charset="-122"/>
                <a:cs typeface="Aptos" pitchFamily="34" charset="-120"/>
              </a:rPr>
              <a:t>is not ready for active pursuit</a:t>
            </a:r>
            <a:endParaRPr lang="en-US" sz="951"/>
          </a:p>
        </p:txBody>
      </p:sp>
      <p:sp>
        <p:nvSpPr>
          <p:cNvPr id="72" name="Shape 50">
            <a:extLst>
              <a:ext uri="{FF2B5EF4-FFF2-40B4-BE49-F238E27FC236}">
                <a16:creationId xmlns:a16="http://schemas.microsoft.com/office/drawing/2014/main" id="{BF0D274C-0392-6E57-BAFD-C30474784284}"/>
              </a:ext>
            </a:extLst>
          </p:cNvPr>
          <p:cNvSpPr/>
          <p:nvPr/>
        </p:nvSpPr>
        <p:spPr>
          <a:xfrm>
            <a:off x="8577072" y="2714904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FFF1F3"/>
          </a:solidFill>
          <a:ln w="15240">
            <a:solidFill>
              <a:srgbClr val="C8102E"/>
            </a:solidFill>
            <a:prstDash val="solid"/>
          </a:ln>
          <a:effectLst>
            <a:outerShdw blurRad="12700" dist="50800" dir="2700000" algn="bl" rotWithShape="0">
              <a:srgbClr val="D0D5DD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3" name="Shape 51">
            <a:extLst>
              <a:ext uri="{FF2B5EF4-FFF2-40B4-BE49-F238E27FC236}">
                <a16:creationId xmlns:a16="http://schemas.microsoft.com/office/drawing/2014/main" id="{044FD8FC-62CA-497B-0C7E-62BBE3720FB6}"/>
              </a:ext>
            </a:extLst>
          </p:cNvPr>
          <p:cNvSpPr/>
          <p:nvPr/>
        </p:nvSpPr>
        <p:spPr>
          <a:xfrm>
            <a:off x="8714232" y="2906928"/>
            <a:ext cx="475488" cy="47548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4" name="Text 52">
            <a:extLst>
              <a:ext uri="{FF2B5EF4-FFF2-40B4-BE49-F238E27FC236}">
                <a16:creationId xmlns:a16="http://schemas.microsoft.com/office/drawing/2014/main" id="{64D8BE2B-6119-CB9D-F3C3-17A4BCF23232}"/>
              </a:ext>
            </a:extLst>
          </p:cNvPr>
          <p:cNvSpPr/>
          <p:nvPr/>
        </p:nvSpPr>
        <p:spPr>
          <a:xfrm>
            <a:off x="8714232" y="2961792"/>
            <a:ext cx="475488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9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×</a:t>
            </a:r>
            <a:endParaRPr lang="en-US" sz="1900"/>
          </a:p>
        </p:txBody>
      </p:sp>
      <p:sp>
        <p:nvSpPr>
          <p:cNvPr id="75" name="Text 53">
            <a:extLst>
              <a:ext uri="{FF2B5EF4-FFF2-40B4-BE49-F238E27FC236}">
                <a16:creationId xmlns:a16="http://schemas.microsoft.com/office/drawing/2014/main" id="{D48D00A4-C32C-8477-9F77-279576ABA1AE}"/>
              </a:ext>
            </a:extLst>
          </p:cNvPr>
          <p:cNvSpPr/>
          <p:nvPr/>
        </p:nvSpPr>
        <p:spPr>
          <a:xfrm>
            <a:off x="9363456" y="2842920"/>
            <a:ext cx="1920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1" b="1">
                <a:solidFill>
                  <a:srgbClr val="C8102E"/>
                </a:solidFill>
                <a:ea typeface="Aptos" pitchFamily="34" charset="-122"/>
                <a:cs typeface="Aptos" pitchFamily="34" charset="-120"/>
              </a:rPr>
              <a:t>Rejected or Dropped</a:t>
            </a:r>
            <a:endParaRPr lang="en-US" sz="1251"/>
          </a:p>
        </p:txBody>
      </p:sp>
      <p:sp>
        <p:nvSpPr>
          <p:cNvPr id="77" name="Shape 54">
            <a:extLst>
              <a:ext uri="{FF2B5EF4-FFF2-40B4-BE49-F238E27FC236}">
                <a16:creationId xmlns:a16="http://schemas.microsoft.com/office/drawing/2014/main" id="{6F96F983-3649-C399-103E-5C473111254D}"/>
              </a:ext>
            </a:extLst>
          </p:cNvPr>
          <p:cNvSpPr/>
          <p:nvPr/>
        </p:nvSpPr>
        <p:spPr>
          <a:xfrm>
            <a:off x="9345168" y="3108096"/>
            <a:ext cx="1920240" cy="0"/>
          </a:xfrm>
          <a:prstGeom prst="line">
            <a:avLst/>
          </a:prstGeom>
          <a:noFill/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8" name="Text 55">
            <a:extLst>
              <a:ext uri="{FF2B5EF4-FFF2-40B4-BE49-F238E27FC236}">
                <a16:creationId xmlns:a16="http://schemas.microsoft.com/office/drawing/2014/main" id="{6C64D73B-1609-0659-C8EA-3C1E0F3C80AE}"/>
              </a:ext>
            </a:extLst>
          </p:cNvPr>
          <p:cNvSpPr/>
          <p:nvPr/>
        </p:nvSpPr>
        <p:spPr>
          <a:xfrm>
            <a:off x="9363456" y="3162960"/>
            <a:ext cx="19202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85000" lnSpcReduction="20000"/>
          </a:bodyPr>
          <a:lstStyle/>
          <a:p>
            <a:pPr algn="ctr"/>
            <a:r>
              <a:rPr lang="en-US" sz="951" b="1">
                <a:solidFill>
                  <a:srgbClr val="101828"/>
                </a:solidFill>
                <a:ea typeface="Aptos" pitchFamily="34" charset="-122"/>
                <a:cs typeface="Aptos" pitchFamily="34" charset="-120"/>
              </a:rPr>
              <a:t>Opportunity does not meet</a:t>
            </a:r>
            <a:endParaRPr lang="en-US" sz="951"/>
          </a:p>
          <a:p>
            <a:pPr algn="ctr"/>
            <a:r>
              <a:rPr lang="en-US" sz="951" b="1">
                <a:solidFill>
                  <a:srgbClr val="101828"/>
                </a:solidFill>
                <a:ea typeface="Aptos" pitchFamily="34" charset="-122"/>
                <a:cs typeface="Aptos" pitchFamily="34" charset="-120"/>
              </a:rPr>
              <a:t>strategic, commercial or</a:t>
            </a:r>
            <a:endParaRPr lang="en-US" sz="951"/>
          </a:p>
          <a:p>
            <a:pPr algn="ctr"/>
            <a:r>
              <a:rPr lang="en-US" sz="951" b="1">
                <a:solidFill>
                  <a:srgbClr val="101828"/>
                </a:solidFill>
                <a:ea typeface="Aptos" pitchFamily="34" charset="-122"/>
                <a:cs typeface="Aptos" pitchFamily="34" charset="-120"/>
              </a:rPr>
              <a:t>risk requirements</a:t>
            </a:r>
            <a:endParaRPr lang="en-US" sz="951"/>
          </a:p>
        </p:txBody>
      </p:sp>
      <p:sp>
        <p:nvSpPr>
          <p:cNvPr id="129" name="Shape 56">
            <a:extLst>
              <a:ext uri="{FF2B5EF4-FFF2-40B4-BE49-F238E27FC236}">
                <a16:creationId xmlns:a16="http://schemas.microsoft.com/office/drawing/2014/main" id="{EA601EA6-C3A5-BF6D-B8A6-57EA40F266CA}"/>
              </a:ext>
            </a:extLst>
          </p:cNvPr>
          <p:cNvSpPr/>
          <p:nvPr/>
        </p:nvSpPr>
        <p:spPr>
          <a:xfrm>
            <a:off x="502920" y="3693600"/>
            <a:ext cx="3611880" cy="292608"/>
          </a:xfrm>
          <a:prstGeom prst="roundRect">
            <a:avLst>
              <a:gd name="adj" fmla="val 37500"/>
            </a:avLst>
          </a:prstGeom>
          <a:solidFill>
            <a:srgbClr val="F2F7FF"/>
          </a:solidFill>
          <a:ln w="15240">
            <a:solidFill>
              <a:srgbClr val="83ADE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0" name="Shape 57">
            <a:extLst>
              <a:ext uri="{FF2B5EF4-FFF2-40B4-BE49-F238E27FC236}">
                <a16:creationId xmlns:a16="http://schemas.microsoft.com/office/drawing/2014/main" id="{0BA959AF-6596-BAA4-A33F-DF05BEBF9444}"/>
              </a:ext>
            </a:extLst>
          </p:cNvPr>
          <p:cNvSpPr/>
          <p:nvPr/>
        </p:nvSpPr>
        <p:spPr>
          <a:xfrm>
            <a:off x="530352" y="3707316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09245C"/>
          </a:solidFill>
          <a:ln w="12700">
            <a:solidFill>
              <a:srgbClr val="0924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1" name="Text 58">
            <a:extLst>
              <a:ext uri="{FF2B5EF4-FFF2-40B4-BE49-F238E27FC236}">
                <a16:creationId xmlns:a16="http://schemas.microsoft.com/office/drawing/2014/main" id="{B6C9C520-5A26-8C16-BA34-5DEAF3B7D1FF}"/>
              </a:ext>
            </a:extLst>
          </p:cNvPr>
          <p:cNvSpPr/>
          <p:nvPr/>
        </p:nvSpPr>
        <p:spPr>
          <a:xfrm>
            <a:off x="530352" y="3711888"/>
            <a:ext cx="384048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5</a:t>
            </a:r>
            <a:endParaRPr lang="en-US" sz="1600"/>
          </a:p>
        </p:txBody>
      </p:sp>
      <p:sp>
        <p:nvSpPr>
          <p:cNvPr id="132" name="Shape 59">
            <a:extLst>
              <a:ext uri="{FF2B5EF4-FFF2-40B4-BE49-F238E27FC236}">
                <a16:creationId xmlns:a16="http://schemas.microsoft.com/office/drawing/2014/main" id="{BB9EBE31-693A-D75F-6F9F-CCE578E555A9}"/>
              </a:ext>
            </a:extLst>
          </p:cNvPr>
          <p:cNvSpPr/>
          <p:nvPr/>
        </p:nvSpPr>
        <p:spPr>
          <a:xfrm>
            <a:off x="1033272" y="3707316"/>
            <a:ext cx="310896" cy="310896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3" name="Text 60">
            <a:extLst>
              <a:ext uri="{FF2B5EF4-FFF2-40B4-BE49-F238E27FC236}">
                <a16:creationId xmlns:a16="http://schemas.microsoft.com/office/drawing/2014/main" id="{C2069C5A-EAAA-3995-4798-B664E18014A7}"/>
              </a:ext>
            </a:extLst>
          </p:cNvPr>
          <p:cNvSpPr/>
          <p:nvPr/>
        </p:nvSpPr>
        <p:spPr>
          <a:xfrm>
            <a:off x="1033272" y="3711888"/>
            <a:ext cx="310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◈</a:t>
            </a:r>
            <a:endParaRPr lang="en-US" sz="1200"/>
          </a:p>
        </p:txBody>
      </p:sp>
      <p:sp>
        <p:nvSpPr>
          <p:cNvPr id="134" name="Text 61">
            <a:extLst>
              <a:ext uri="{FF2B5EF4-FFF2-40B4-BE49-F238E27FC236}">
                <a16:creationId xmlns:a16="http://schemas.microsoft.com/office/drawing/2014/main" id="{1B478816-2C64-832A-7184-4F0A2893B08F}"/>
              </a:ext>
            </a:extLst>
          </p:cNvPr>
          <p:cNvSpPr/>
          <p:nvPr/>
        </p:nvSpPr>
        <p:spPr>
          <a:xfrm>
            <a:off x="1399032" y="3734748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40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Commercial Development</a:t>
            </a:r>
            <a:endParaRPr lang="en-US" sz="1040"/>
          </a:p>
        </p:txBody>
      </p:sp>
      <p:sp>
        <p:nvSpPr>
          <p:cNvPr id="135" name="Shape 62">
            <a:extLst>
              <a:ext uri="{FF2B5EF4-FFF2-40B4-BE49-F238E27FC236}">
                <a16:creationId xmlns:a16="http://schemas.microsoft.com/office/drawing/2014/main" id="{9C9E67D5-4CC0-F2FE-E8E3-90505E95A8CD}"/>
              </a:ext>
            </a:extLst>
          </p:cNvPr>
          <p:cNvSpPr/>
          <p:nvPr/>
        </p:nvSpPr>
        <p:spPr>
          <a:xfrm>
            <a:off x="2308860" y="3990780"/>
            <a:ext cx="0" cy="64008"/>
          </a:xfrm>
          <a:prstGeom prst="line">
            <a:avLst/>
          </a:prstGeom>
          <a:noFill/>
          <a:ln w="9525">
            <a:solidFill>
              <a:srgbClr val="0A2A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G"/>
          </a:p>
        </p:txBody>
      </p:sp>
      <p:sp>
        <p:nvSpPr>
          <p:cNvPr id="136" name="Shape 63">
            <a:extLst>
              <a:ext uri="{FF2B5EF4-FFF2-40B4-BE49-F238E27FC236}">
                <a16:creationId xmlns:a16="http://schemas.microsoft.com/office/drawing/2014/main" id="{020630C9-EB68-69C7-EC51-6DBB6051AF70}"/>
              </a:ext>
            </a:extLst>
          </p:cNvPr>
          <p:cNvSpPr/>
          <p:nvPr/>
        </p:nvSpPr>
        <p:spPr>
          <a:xfrm>
            <a:off x="502920" y="4106796"/>
            <a:ext cx="3611880" cy="292608"/>
          </a:xfrm>
          <a:prstGeom prst="roundRect">
            <a:avLst>
              <a:gd name="adj" fmla="val 37500"/>
            </a:avLst>
          </a:prstGeom>
          <a:solidFill>
            <a:srgbClr val="F2F7FF"/>
          </a:solidFill>
          <a:ln w="15240">
            <a:solidFill>
              <a:srgbClr val="83ADE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7" name="Shape 64">
            <a:extLst>
              <a:ext uri="{FF2B5EF4-FFF2-40B4-BE49-F238E27FC236}">
                <a16:creationId xmlns:a16="http://schemas.microsoft.com/office/drawing/2014/main" id="{0EC67E22-06CA-9106-DA76-1B23D0E47BA1}"/>
              </a:ext>
            </a:extLst>
          </p:cNvPr>
          <p:cNvSpPr/>
          <p:nvPr/>
        </p:nvSpPr>
        <p:spPr>
          <a:xfrm>
            <a:off x="530352" y="4120512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09245C"/>
          </a:solidFill>
          <a:ln w="12700">
            <a:solidFill>
              <a:srgbClr val="0924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8" name="Text 65">
            <a:extLst>
              <a:ext uri="{FF2B5EF4-FFF2-40B4-BE49-F238E27FC236}">
                <a16:creationId xmlns:a16="http://schemas.microsoft.com/office/drawing/2014/main" id="{30966395-3A1B-33B3-DBDC-A02EBC906B93}"/>
              </a:ext>
            </a:extLst>
          </p:cNvPr>
          <p:cNvSpPr/>
          <p:nvPr/>
        </p:nvSpPr>
        <p:spPr>
          <a:xfrm>
            <a:off x="530352" y="4125084"/>
            <a:ext cx="384048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6</a:t>
            </a:r>
            <a:endParaRPr lang="en-US" sz="1600"/>
          </a:p>
        </p:txBody>
      </p:sp>
      <p:sp>
        <p:nvSpPr>
          <p:cNvPr id="139" name="Shape 66">
            <a:extLst>
              <a:ext uri="{FF2B5EF4-FFF2-40B4-BE49-F238E27FC236}">
                <a16:creationId xmlns:a16="http://schemas.microsoft.com/office/drawing/2014/main" id="{0747C718-9B52-119A-1036-7CFFA305DD41}"/>
              </a:ext>
            </a:extLst>
          </p:cNvPr>
          <p:cNvSpPr/>
          <p:nvPr/>
        </p:nvSpPr>
        <p:spPr>
          <a:xfrm>
            <a:off x="1033272" y="4120512"/>
            <a:ext cx="310896" cy="310896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0" name="Text 67">
            <a:extLst>
              <a:ext uri="{FF2B5EF4-FFF2-40B4-BE49-F238E27FC236}">
                <a16:creationId xmlns:a16="http://schemas.microsoft.com/office/drawing/2014/main" id="{48BD7B98-7E51-1C8C-50D1-D4C988DB89DD}"/>
              </a:ext>
            </a:extLst>
          </p:cNvPr>
          <p:cNvSpPr/>
          <p:nvPr/>
        </p:nvSpPr>
        <p:spPr>
          <a:xfrm>
            <a:off x="1033272" y="4125084"/>
            <a:ext cx="310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✓</a:t>
            </a:r>
            <a:endParaRPr lang="en-US" sz="1200"/>
          </a:p>
        </p:txBody>
      </p:sp>
      <p:sp>
        <p:nvSpPr>
          <p:cNvPr id="141" name="Text 68">
            <a:extLst>
              <a:ext uri="{FF2B5EF4-FFF2-40B4-BE49-F238E27FC236}">
                <a16:creationId xmlns:a16="http://schemas.microsoft.com/office/drawing/2014/main" id="{D5CF9A04-9E5E-828A-76EA-7AC367A6D338}"/>
              </a:ext>
            </a:extLst>
          </p:cNvPr>
          <p:cNvSpPr/>
          <p:nvPr/>
        </p:nvSpPr>
        <p:spPr>
          <a:xfrm>
            <a:off x="1399032" y="4147944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40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Internal Approval Gate</a:t>
            </a:r>
            <a:endParaRPr lang="en-US" sz="1040"/>
          </a:p>
        </p:txBody>
      </p:sp>
      <p:sp>
        <p:nvSpPr>
          <p:cNvPr id="142" name="Shape 69">
            <a:extLst>
              <a:ext uri="{FF2B5EF4-FFF2-40B4-BE49-F238E27FC236}">
                <a16:creationId xmlns:a16="http://schemas.microsoft.com/office/drawing/2014/main" id="{AD41355F-61FC-9A61-15D1-D7737AC90142}"/>
              </a:ext>
            </a:extLst>
          </p:cNvPr>
          <p:cNvSpPr/>
          <p:nvPr/>
        </p:nvSpPr>
        <p:spPr>
          <a:xfrm>
            <a:off x="2308860" y="4403976"/>
            <a:ext cx="0" cy="64008"/>
          </a:xfrm>
          <a:prstGeom prst="line">
            <a:avLst/>
          </a:prstGeom>
          <a:noFill/>
          <a:ln w="9525">
            <a:solidFill>
              <a:srgbClr val="0A2A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G"/>
          </a:p>
        </p:txBody>
      </p:sp>
      <p:sp>
        <p:nvSpPr>
          <p:cNvPr id="143" name="Shape 70">
            <a:extLst>
              <a:ext uri="{FF2B5EF4-FFF2-40B4-BE49-F238E27FC236}">
                <a16:creationId xmlns:a16="http://schemas.microsoft.com/office/drawing/2014/main" id="{9B386E4C-94F0-34AE-17D9-EF8188F6631D}"/>
              </a:ext>
            </a:extLst>
          </p:cNvPr>
          <p:cNvSpPr/>
          <p:nvPr/>
        </p:nvSpPr>
        <p:spPr>
          <a:xfrm>
            <a:off x="502920" y="4534277"/>
            <a:ext cx="3611880" cy="292608"/>
          </a:xfrm>
          <a:prstGeom prst="roundRect">
            <a:avLst>
              <a:gd name="adj" fmla="val 37500"/>
            </a:avLst>
          </a:prstGeom>
          <a:solidFill>
            <a:srgbClr val="F2F7FF"/>
          </a:solidFill>
          <a:ln w="15240">
            <a:solidFill>
              <a:srgbClr val="83ADE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4" name="Shape 71">
            <a:extLst>
              <a:ext uri="{FF2B5EF4-FFF2-40B4-BE49-F238E27FC236}">
                <a16:creationId xmlns:a16="http://schemas.microsoft.com/office/drawing/2014/main" id="{59E2EB51-06F4-55BE-823A-4E5A6CF4CE70}"/>
              </a:ext>
            </a:extLst>
          </p:cNvPr>
          <p:cNvSpPr/>
          <p:nvPr/>
        </p:nvSpPr>
        <p:spPr>
          <a:xfrm>
            <a:off x="530352" y="4547993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09245C"/>
          </a:solidFill>
          <a:ln w="12700">
            <a:solidFill>
              <a:srgbClr val="0924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5" name="Text 72">
            <a:extLst>
              <a:ext uri="{FF2B5EF4-FFF2-40B4-BE49-F238E27FC236}">
                <a16:creationId xmlns:a16="http://schemas.microsoft.com/office/drawing/2014/main" id="{DC84F424-26A5-8C05-5BA6-8D34ACC1713D}"/>
              </a:ext>
            </a:extLst>
          </p:cNvPr>
          <p:cNvSpPr/>
          <p:nvPr/>
        </p:nvSpPr>
        <p:spPr>
          <a:xfrm>
            <a:off x="530352" y="4552565"/>
            <a:ext cx="384048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7</a:t>
            </a:r>
            <a:endParaRPr lang="en-US" sz="1600"/>
          </a:p>
        </p:txBody>
      </p:sp>
      <p:sp>
        <p:nvSpPr>
          <p:cNvPr id="146" name="Shape 73">
            <a:extLst>
              <a:ext uri="{FF2B5EF4-FFF2-40B4-BE49-F238E27FC236}">
                <a16:creationId xmlns:a16="http://schemas.microsoft.com/office/drawing/2014/main" id="{F11F871B-86C8-9801-199E-6B14AE273F64}"/>
              </a:ext>
            </a:extLst>
          </p:cNvPr>
          <p:cNvSpPr/>
          <p:nvPr/>
        </p:nvSpPr>
        <p:spPr>
          <a:xfrm>
            <a:off x="1033272" y="4547993"/>
            <a:ext cx="310896" cy="310896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7" name="Text 74">
            <a:extLst>
              <a:ext uri="{FF2B5EF4-FFF2-40B4-BE49-F238E27FC236}">
                <a16:creationId xmlns:a16="http://schemas.microsoft.com/office/drawing/2014/main" id="{0FF66A9A-FE1B-D690-4DCC-54AB5FEDA432}"/>
              </a:ext>
            </a:extLst>
          </p:cNvPr>
          <p:cNvSpPr/>
          <p:nvPr/>
        </p:nvSpPr>
        <p:spPr>
          <a:xfrm>
            <a:off x="1033272" y="4552565"/>
            <a:ext cx="310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□</a:t>
            </a:r>
            <a:endParaRPr lang="en-US" sz="1200"/>
          </a:p>
        </p:txBody>
      </p:sp>
      <p:sp>
        <p:nvSpPr>
          <p:cNvPr id="148" name="Text 75">
            <a:extLst>
              <a:ext uri="{FF2B5EF4-FFF2-40B4-BE49-F238E27FC236}">
                <a16:creationId xmlns:a16="http://schemas.microsoft.com/office/drawing/2014/main" id="{9C013450-9013-31F5-2066-E0D1DC6B634E}"/>
              </a:ext>
            </a:extLst>
          </p:cNvPr>
          <p:cNvSpPr/>
          <p:nvPr/>
        </p:nvSpPr>
        <p:spPr>
          <a:xfrm>
            <a:off x="1399032" y="4575425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40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Offer, Term Sheet or Contracting</a:t>
            </a:r>
            <a:endParaRPr lang="en-US" sz="1040"/>
          </a:p>
        </p:txBody>
      </p:sp>
      <p:sp>
        <p:nvSpPr>
          <p:cNvPr id="149" name="Shape 76">
            <a:extLst>
              <a:ext uri="{FF2B5EF4-FFF2-40B4-BE49-F238E27FC236}">
                <a16:creationId xmlns:a16="http://schemas.microsoft.com/office/drawing/2014/main" id="{F542A388-7781-8736-0B88-E3F424EE39AB}"/>
              </a:ext>
            </a:extLst>
          </p:cNvPr>
          <p:cNvSpPr/>
          <p:nvPr/>
        </p:nvSpPr>
        <p:spPr>
          <a:xfrm>
            <a:off x="2308860" y="4831457"/>
            <a:ext cx="0" cy="64008"/>
          </a:xfrm>
          <a:prstGeom prst="line">
            <a:avLst/>
          </a:prstGeom>
          <a:noFill/>
          <a:ln w="9525">
            <a:solidFill>
              <a:srgbClr val="0A2A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G"/>
          </a:p>
        </p:txBody>
      </p:sp>
      <p:sp>
        <p:nvSpPr>
          <p:cNvPr id="150" name="Shape 77">
            <a:extLst>
              <a:ext uri="{FF2B5EF4-FFF2-40B4-BE49-F238E27FC236}">
                <a16:creationId xmlns:a16="http://schemas.microsoft.com/office/drawing/2014/main" id="{0E5EB9A3-E2A2-321B-A0CB-D37F5429EF96}"/>
              </a:ext>
            </a:extLst>
          </p:cNvPr>
          <p:cNvSpPr/>
          <p:nvPr/>
        </p:nvSpPr>
        <p:spPr>
          <a:xfrm>
            <a:off x="502920" y="4968904"/>
            <a:ext cx="3611880" cy="292608"/>
          </a:xfrm>
          <a:prstGeom prst="roundRect">
            <a:avLst>
              <a:gd name="adj" fmla="val 37500"/>
            </a:avLst>
          </a:prstGeom>
          <a:solidFill>
            <a:srgbClr val="F2F7FF"/>
          </a:solidFill>
          <a:ln w="15240">
            <a:solidFill>
              <a:srgbClr val="83ADE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1" name="Shape 78">
            <a:extLst>
              <a:ext uri="{FF2B5EF4-FFF2-40B4-BE49-F238E27FC236}">
                <a16:creationId xmlns:a16="http://schemas.microsoft.com/office/drawing/2014/main" id="{7D6C338B-ADB6-067F-B5C8-76ACEAE2D561}"/>
              </a:ext>
            </a:extLst>
          </p:cNvPr>
          <p:cNvSpPr/>
          <p:nvPr/>
        </p:nvSpPr>
        <p:spPr>
          <a:xfrm>
            <a:off x="530352" y="4982620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09245C"/>
          </a:solidFill>
          <a:ln w="12700">
            <a:solidFill>
              <a:srgbClr val="0924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2" name="Text 79">
            <a:extLst>
              <a:ext uri="{FF2B5EF4-FFF2-40B4-BE49-F238E27FC236}">
                <a16:creationId xmlns:a16="http://schemas.microsoft.com/office/drawing/2014/main" id="{44E6BE3E-359F-78D2-22EF-8E84F3AAE4F0}"/>
              </a:ext>
            </a:extLst>
          </p:cNvPr>
          <p:cNvSpPr/>
          <p:nvPr/>
        </p:nvSpPr>
        <p:spPr>
          <a:xfrm>
            <a:off x="530352" y="4987192"/>
            <a:ext cx="384048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8</a:t>
            </a:r>
            <a:endParaRPr lang="en-US" sz="1600"/>
          </a:p>
        </p:txBody>
      </p:sp>
      <p:sp>
        <p:nvSpPr>
          <p:cNvPr id="153" name="Shape 80">
            <a:extLst>
              <a:ext uri="{FF2B5EF4-FFF2-40B4-BE49-F238E27FC236}">
                <a16:creationId xmlns:a16="http://schemas.microsoft.com/office/drawing/2014/main" id="{9CD6A911-D9D9-296F-F3F5-97D192D0BA0A}"/>
              </a:ext>
            </a:extLst>
          </p:cNvPr>
          <p:cNvSpPr/>
          <p:nvPr/>
        </p:nvSpPr>
        <p:spPr>
          <a:xfrm>
            <a:off x="1033272" y="4982620"/>
            <a:ext cx="310896" cy="310896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4" name="Text 81">
            <a:extLst>
              <a:ext uri="{FF2B5EF4-FFF2-40B4-BE49-F238E27FC236}">
                <a16:creationId xmlns:a16="http://schemas.microsoft.com/office/drawing/2014/main" id="{212D7785-29F7-CF3A-44BB-812F02C8DB7F}"/>
              </a:ext>
            </a:extLst>
          </p:cNvPr>
          <p:cNvSpPr/>
          <p:nvPr/>
        </p:nvSpPr>
        <p:spPr>
          <a:xfrm>
            <a:off x="1033272" y="4987192"/>
            <a:ext cx="310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↔</a:t>
            </a:r>
            <a:endParaRPr lang="en-US" sz="1200"/>
          </a:p>
        </p:txBody>
      </p:sp>
      <p:sp>
        <p:nvSpPr>
          <p:cNvPr id="155" name="Text 82">
            <a:extLst>
              <a:ext uri="{FF2B5EF4-FFF2-40B4-BE49-F238E27FC236}">
                <a16:creationId xmlns:a16="http://schemas.microsoft.com/office/drawing/2014/main" id="{C8EC157C-1067-EFDB-FFEE-CC5F78577CBB}"/>
              </a:ext>
            </a:extLst>
          </p:cNvPr>
          <p:cNvSpPr/>
          <p:nvPr/>
        </p:nvSpPr>
        <p:spPr>
          <a:xfrm>
            <a:off x="1399032" y="5010052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40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Handover to Commercial Operations</a:t>
            </a:r>
            <a:endParaRPr lang="en-US" sz="1040"/>
          </a:p>
        </p:txBody>
      </p:sp>
      <p:sp>
        <p:nvSpPr>
          <p:cNvPr id="156" name="Shape 83">
            <a:extLst>
              <a:ext uri="{FF2B5EF4-FFF2-40B4-BE49-F238E27FC236}">
                <a16:creationId xmlns:a16="http://schemas.microsoft.com/office/drawing/2014/main" id="{769F0FAA-0709-B582-98B5-6B7E00D39285}"/>
              </a:ext>
            </a:extLst>
          </p:cNvPr>
          <p:cNvSpPr/>
          <p:nvPr/>
        </p:nvSpPr>
        <p:spPr>
          <a:xfrm>
            <a:off x="2308860" y="5280372"/>
            <a:ext cx="0" cy="64008"/>
          </a:xfrm>
          <a:prstGeom prst="line">
            <a:avLst/>
          </a:prstGeom>
          <a:noFill/>
          <a:ln w="9525">
            <a:solidFill>
              <a:srgbClr val="0A2A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G"/>
          </a:p>
        </p:txBody>
      </p:sp>
      <p:sp>
        <p:nvSpPr>
          <p:cNvPr id="157" name="Shape 84">
            <a:extLst>
              <a:ext uri="{FF2B5EF4-FFF2-40B4-BE49-F238E27FC236}">
                <a16:creationId xmlns:a16="http://schemas.microsoft.com/office/drawing/2014/main" id="{2A01DE26-DD48-7439-E54B-7230DA05338C}"/>
              </a:ext>
            </a:extLst>
          </p:cNvPr>
          <p:cNvSpPr/>
          <p:nvPr/>
        </p:nvSpPr>
        <p:spPr>
          <a:xfrm>
            <a:off x="502920" y="5424961"/>
            <a:ext cx="3611880" cy="292608"/>
          </a:xfrm>
          <a:prstGeom prst="roundRect">
            <a:avLst>
              <a:gd name="adj" fmla="val 37500"/>
            </a:avLst>
          </a:prstGeom>
          <a:solidFill>
            <a:srgbClr val="F2F7FF"/>
          </a:solidFill>
          <a:ln w="15240">
            <a:solidFill>
              <a:srgbClr val="83ADE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8" name="Shape 85">
            <a:extLst>
              <a:ext uri="{FF2B5EF4-FFF2-40B4-BE49-F238E27FC236}">
                <a16:creationId xmlns:a16="http://schemas.microsoft.com/office/drawing/2014/main" id="{DDBCA2D5-3AB1-EC54-0F29-050D8D6061A8}"/>
              </a:ext>
            </a:extLst>
          </p:cNvPr>
          <p:cNvSpPr/>
          <p:nvPr/>
        </p:nvSpPr>
        <p:spPr>
          <a:xfrm>
            <a:off x="530352" y="5438677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09245C"/>
          </a:solidFill>
          <a:ln w="12700">
            <a:solidFill>
              <a:srgbClr val="0924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9" name="Text 86">
            <a:extLst>
              <a:ext uri="{FF2B5EF4-FFF2-40B4-BE49-F238E27FC236}">
                <a16:creationId xmlns:a16="http://schemas.microsoft.com/office/drawing/2014/main" id="{96D7AB0E-EF09-1C48-593B-0B48CB1BC5A1}"/>
              </a:ext>
            </a:extLst>
          </p:cNvPr>
          <p:cNvSpPr/>
          <p:nvPr/>
        </p:nvSpPr>
        <p:spPr>
          <a:xfrm>
            <a:off x="530352" y="5443249"/>
            <a:ext cx="384048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9</a:t>
            </a:r>
            <a:endParaRPr lang="en-US" sz="1600"/>
          </a:p>
        </p:txBody>
      </p:sp>
      <p:sp>
        <p:nvSpPr>
          <p:cNvPr id="160" name="Shape 87">
            <a:extLst>
              <a:ext uri="{FF2B5EF4-FFF2-40B4-BE49-F238E27FC236}">
                <a16:creationId xmlns:a16="http://schemas.microsoft.com/office/drawing/2014/main" id="{345B1561-FFD7-06F9-821D-B8A2A09412B8}"/>
              </a:ext>
            </a:extLst>
          </p:cNvPr>
          <p:cNvSpPr/>
          <p:nvPr/>
        </p:nvSpPr>
        <p:spPr>
          <a:xfrm>
            <a:off x="1033272" y="5438677"/>
            <a:ext cx="310896" cy="310896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1" name="Text 88">
            <a:extLst>
              <a:ext uri="{FF2B5EF4-FFF2-40B4-BE49-F238E27FC236}">
                <a16:creationId xmlns:a16="http://schemas.microsoft.com/office/drawing/2014/main" id="{C1E1DB1D-D76F-6888-91A4-D46281A222AB}"/>
              </a:ext>
            </a:extLst>
          </p:cNvPr>
          <p:cNvSpPr/>
          <p:nvPr/>
        </p:nvSpPr>
        <p:spPr>
          <a:xfrm>
            <a:off x="1033272" y="5443249"/>
            <a:ext cx="310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⚙</a:t>
            </a:r>
            <a:endParaRPr lang="en-US" sz="1200"/>
          </a:p>
        </p:txBody>
      </p:sp>
      <p:sp>
        <p:nvSpPr>
          <p:cNvPr id="162" name="Text 89">
            <a:extLst>
              <a:ext uri="{FF2B5EF4-FFF2-40B4-BE49-F238E27FC236}">
                <a16:creationId xmlns:a16="http://schemas.microsoft.com/office/drawing/2014/main" id="{BBAB9AA5-8C8C-9F9A-9678-46748642B0E8}"/>
              </a:ext>
            </a:extLst>
          </p:cNvPr>
          <p:cNvSpPr/>
          <p:nvPr/>
        </p:nvSpPr>
        <p:spPr>
          <a:xfrm>
            <a:off x="1399032" y="5466109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40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Commercial Project Management</a:t>
            </a:r>
            <a:endParaRPr lang="en-US" sz="1040"/>
          </a:p>
        </p:txBody>
      </p:sp>
      <p:sp>
        <p:nvSpPr>
          <p:cNvPr id="163" name="Shape 90">
            <a:extLst>
              <a:ext uri="{FF2B5EF4-FFF2-40B4-BE49-F238E27FC236}">
                <a16:creationId xmlns:a16="http://schemas.microsoft.com/office/drawing/2014/main" id="{221E6A96-B0FB-9B52-28D8-CECB343AA2B6}"/>
              </a:ext>
            </a:extLst>
          </p:cNvPr>
          <p:cNvSpPr/>
          <p:nvPr/>
        </p:nvSpPr>
        <p:spPr>
          <a:xfrm>
            <a:off x="2308860" y="5722141"/>
            <a:ext cx="0" cy="64008"/>
          </a:xfrm>
          <a:prstGeom prst="line">
            <a:avLst/>
          </a:prstGeom>
          <a:noFill/>
          <a:ln w="9525">
            <a:solidFill>
              <a:srgbClr val="0A2A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G"/>
          </a:p>
        </p:txBody>
      </p:sp>
      <p:sp>
        <p:nvSpPr>
          <p:cNvPr id="164" name="Shape 91">
            <a:extLst>
              <a:ext uri="{FF2B5EF4-FFF2-40B4-BE49-F238E27FC236}">
                <a16:creationId xmlns:a16="http://schemas.microsoft.com/office/drawing/2014/main" id="{2842DF9A-C947-A753-A9A0-9C20F361D132}"/>
              </a:ext>
            </a:extLst>
          </p:cNvPr>
          <p:cNvSpPr/>
          <p:nvPr/>
        </p:nvSpPr>
        <p:spPr>
          <a:xfrm>
            <a:off x="502920" y="5859588"/>
            <a:ext cx="3611880" cy="292608"/>
          </a:xfrm>
          <a:prstGeom prst="roundRect">
            <a:avLst>
              <a:gd name="adj" fmla="val 37500"/>
            </a:avLst>
          </a:prstGeom>
          <a:solidFill>
            <a:srgbClr val="F2F7FF"/>
          </a:solidFill>
          <a:ln w="15240">
            <a:solidFill>
              <a:srgbClr val="83ADE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5" name="Shape 92">
            <a:extLst>
              <a:ext uri="{FF2B5EF4-FFF2-40B4-BE49-F238E27FC236}">
                <a16:creationId xmlns:a16="http://schemas.microsoft.com/office/drawing/2014/main" id="{3DC651E3-A5A4-CEC9-1228-52ED56044DE7}"/>
              </a:ext>
            </a:extLst>
          </p:cNvPr>
          <p:cNvSpPr/>
          <p:nvPr/>
        </p:nvSpPr>
        <p:spPr>
          <a:xfrm>
            <a:off x="530352" y="5873304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09245C"/>
          </a:solidFill>
          <a:ln w="12700">
            <a:solidFill>
              <a:srgbClr val="0924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6" name="Text 93">
            <a:extLst>
              <a:ext uri="{FF2B5EF4-FFF2-40B4-BE49-F238E27FC236}">
                <a16:creationId xmlns:a16="http://schemas.microsoft.com/office/drawing/2014/main" id="{462295CC-F4AF-FF6A-77A7-5D2A71F956BE}"/>
              </a:ext>
            </a:extLst>
          </p:cNvPr>
          <p:cNvSpPr/>
          <p:nvPr/>
        </p:nvSpPr>
        <p:spPr>
          <a:xfrm>
            <a:off x="530352" y="5877876"/>
            <a:ext cx="384048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10</a:t>
            </a:r>
            <a:endParaRPr lang="en-US" sz="1600"/>
          </a:p>
        </p:txBody>
      </p:sp>
      <p:sp>
        <p:nvSpPr>
          <p:cNvPr id="167" name="Shape 94">
            <a:extLst>
              <a:ext uri="{FF2B5EF4-FFF2-40B4-BE49-F238E27FC236}">
                <a16:creationId xmlns:a16="http://schemas.microsoft.com/office/drawing/2014/main" id="{26A5816F-E34B-D33E-FDFD-FEDE0CF96A25}"/>
              </a:ext>
            </a:extLst>
          </p:cNvPr>
          <p:cNvSpPr/>
          <p:nvPr/>
        </p:nvSpPr>
        <p:spPr>
          <a:xfrm>
            <a:off x="1033272" y="5873304"/>
            <a:ext cx="310896" cy="310896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8" name="Text 95">
            <a:extLst>
              <a:ext uri="{FF2B5EF4-FFF2-40B4-BE49-F238E27FC236}">
                <a16:creationId xmlns:a16="http://schemas.microsoft.com/office/drawing/2014/main" id="{D399450D-C868-6155-2783-6469FB4A0862}"/>
              </a:ext>
            </a:extLst>
          </p:cNvPr>
          <p:cNvSpPr/>
          <p:nvPr/>
        </p:nvSpPr>
        <p:spPr>
          <a:xfrm>
            <a:off x="1033272" y="5877876"/>
            <a:ext cx="310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●</a:t>
            </a:r>
            <a:endParaRPr lang="en-US" sz="1200"/>
          </a:p>
        </p:txBody>
      </p:sp>
      <p:sp>
        <p:nvSpPr>
          <p:cNvPr id="169" name="Text 96">
            <a:extLst>
              <a:ext uri="{FF2B5EF4-FFF2-40B4-BE49-F238E27FC236}">
                <a16:creationId xmlns:a16="http://schemas.microsoft.com/office/drawing/2014/main" id="{F22A5AAA-A0A5-D2EE-9F28-6288ED49E022}"/>
              </a:ext>
            </a:extLst>
          </p:cNvPr>
          <p:cNvSpPr/>
          <p:nvPr/>
        </p:nvSpPr>
        <p:spPr>
          <a:xfrm>
            <a:off x="1399032" y="5900736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40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Customer Onboarding and COD Readiness</a:t>
            </a:r>
            <a:endParaRPr lang="en-US" sz="1040"/>
          </a:p>
        </p:txBody>
      </p:sp>
      <p:sp>
        <p:nvSpPr>
          <p:cNvPr id="170" name="Shape 97">
            <a:extLst>
              <a:ext uri="{FF2B5EF4-FFF2-40B4-BE49-F238E27FC236}">
                <a16:creationId xmlns:a16="http://schemas.microsoft.com/office/drawing/2014/main" id="{515118C8-5780-F3B4-33D7-49AF181B51A1}"/>
              </a:ext>
            </a:extLst>
          </p:cNvPr>
          <p:cNvSpPr/>
          <p:nvPr/>
        </p:nvSpPr>
        <p:spPr>
          <a:xfrm>
            <a:off x="2308860" y="6156768"/>
            <a:ext cx="0" cy="64008"/>
          </a:xfrm>
          <a:prstGeom prst="line">
            <a:avLst/>
          </a:prstGeom>
          <a:noFill/>
          <a:ln w="9525">
            <a:solidFill>
              <a:srgbClr val="0A2A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G"/>
          </a:p>
        </p:txBody>
      </p:sp>
      <p:sp>
        <p:nvSpPr>
          <p:cNvPr id="171" name="Shape 98">
            <a:extLst>
              <a:ext uri="{FF2B5EF4-FFF2-40B4-BE49-F238E27FC236}">
                <a16:creationId xmlns:a16="http://schemas.microsoft.com/office/drawing/2014/main" id="{2B74C372-0C99-366E-1089-8ED34803438D}"/>
              </a:ext>
            </a:extLst>
          </p:cNvPr>
          <p:cNvSpPr/>
          <p:nvPr/>
        </p:nvSpPr>
        <p:spPr>
          <a:xfrm>
            <a:off x="502920" y="6287068"/>
            <a:ext cx="3611880" cy="292608"/>
          </a:xfrm>
          <a:prstGeom prst="roundRect">
            <a:avLst>
              <a:gd name="adj" fmla="val 37500"/>
            </a:avLst>
          </a:prstGeom>
          <a:solidFill>
            <a:srgbClr val="F2F7FF"/>
          </a:solidFill>
          <a:ln w="15240">
            <a:solidFill>
              <a:srgbClr val="83ADEF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2" name="Shape 99">
            <a:extLst>
              <a:ext uri="{FF2B5EF4-FFF2-40B4-BE49-F238E27FC236}">
                <a16:creationId xmlns:a16="http://schemas.microsoft.com/office/drawing/2014/main" id="{2939A1BE-F428-41D3-8145-CB1DD301471D}"/>
              </a:ext>
            </a:extLst>
          </p:cNvPr>
          <p:cNvSpPr/>
          <p:nvPr/>
        </p:nvSpPr>
        <p:spPr>
          <a:xfrm>
            <a:off x="530352" y="6300784"/>
            <a:ext cx="384048" cy="310896"/>
          </a:xfrm>
          <a:prstGeom prst="roundRect">
            <a:avLst>
              <a:gd name="adj" fmla="val 29412"/>
            </a:avLst>
          </a:prstGeom>
          <a:solidFill>
            <a:srgbClr val="09245C"/>
          </a:solidFill>
          <a:ln w="12700">
            <a:solidFill>
              <a:srgbClr val="09245C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3" name="Text 100">
            <a:extLst>
              <a:ext uri="{FF2B5EF4-FFF2-40B4-BE49-F238E27FC236}">
                <a16:creationId xmlns:a16="http://schemas.microsoft.com/office/drawing/2014/main" id="{08F84AD2-CF7F-CCC8-F3DA-CB8C69608CCE}"/>
              </a:ext>
            </a:extLst>
          </p:cNvPr>
          <p:cNvSpPr/>
          <p:nvPr/>
        </p:nvSpPr>
        <p:spPr>
          <a:xfrm>
            <a:off x="530352" y="6305356"/>
            <a:ext cx="384048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11</a:t>
            </a:r>
            <a:endParaRPr lang="en-US" sz="1600"/>
          </a:p>
        </p:txBody>
      </p:sp>
      <p:sp>
        <p:nvSpPr>
          <p:cNvPr id="174" name="Shape 101">
            <a:extLst>
              <a:ext uri="{FF2B5EF4-FFF2-40B4-BE49-F238E27FC236}">
                <a16:creationId xmlns:a16="http://schemas.microsoft.com/office/drawing/2014/main" id="{66A8EFC0-63CC-CB24-8485-340B2B522B98}"/>
              </a:ext>
            </a:extLst>
          </p:cNvPr>
          <p:cNvSpPr/>
          <p:nvPr/>
        </p:nvSpPr>
        <p:spPr>
          <a:xfrm>
            <a:off x="1033272" y="6300784"/>
            <a:ext cx="310896" cy="310896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5" name="Text 102">
            <a:extLst>
              <a:ext uri="{FF2B5EF4-FFF2-40B4-BE49-F238E27FC236}">
                <a16:creationId xmlns:a16="http://schemas.microsoft.com/office/drawing/2014/main" id="{2065B84A-E3A6-DA6C-090B-80622082BEBF}"/>
              </a:ext>
            </a:extLst>
          </p:cNvPr>
          <p:cNvSpPr/>
          <p:nvPr/>
        </p:nvSpPr>
        <p:spPr>
          <a:xfrm>
            <a:off x="1033272" y="6305356"/>
            <a:ext cx="310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▦</a:t>
            </a:r>
            <a:endParaRPr lang="en-US" sz="1200"/>
          </a:p>
        </p:txBody>
      </p:sp>
      <p:sp>
        <p:nvSpPr>
          <p:cNvPr id="176" name="Text 103">
            <a:extLst>
              <a:ext uri="{FF2B5EF4-FFF2-40B4-BE49-F238E27FC236}">
                <a16:creationId xmlns:a16="http://schemas.microsoft.com/office/drawing/2014/main" id="{B4194DF3-817C-8A84-4D67-24826552116A}"/>
              </a:ext>
            </a:extLst>
          </p:cNvPr>
          <p:cNvSpPr/>
          <p:nvPr/>
        </p:nvSpPr>
        <p:spPr>
          <a:xfrm>
            <a:off x="1399032" y="6328216"/>
            <a:ext cx="26517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40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Portfolio Performance Management</a:t>
            </a:r>
            <a:endParaRPr lang="en-US" sz="1040"/>
          </a:p>
        </p:txBody>
      </p:sp>
      <p:sp>
        <p:nvSpPr>
          <p:cNvPr id="184" name="Shape 111">
            <a:extLst>
              <a:ext uri="{FF2B5EF4-FFF2-40B4-BE49-F238E27FC236}">
                <a16:creationId xmlns:a16="http://schemas.microsoft.com/office/drawing/2014/main" id="{083CD50B-BDBA-9C0B-22F4-A22FE2B3D042}"/>
              </a:ext>
            </a:extLst>
          </p:cNvPr>
          <p:cNvSpPr/>
          <p:nvPr/>
        </p:nvSpPr>
        <p:spPr>
          <a:xfrm>
            <a:off x="4709160" y="3894480"/>
            <a:ext cx="2834640" cy="502920"/>
          </a:xfrm>
          <a:prstGeom prst="roundRect">
            <a:avLst>
              <a:gd name="adj" fmla="val 21818"/>
            </a:avLst>
          </a:prstGeom>
          <a:solidFill>
            <a:srgbClr val="F2F7FF"/>
          </a:solidFill>
          <a:ln w="15240">
            <a:solidFill>
              <a:srgbClr val="1D63C1"/>
            </a:solidFill>
            <a:prstDash val="solid"/>
          </a:ln>
          <a:effectLst>
            <a:outerShdw blurRad="12700" dist="50800" dir="2700000" algn="bl" rotWithShape="0">
              <a:srgbClr val="D0D5DD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85" name="Shape 112">
            <a:extLst>
              <a:ext uri="{FF2B5EF4-FFF2-40B4-BE49-F238E27FC236}">
                <a16:creationId xmlns:a16="http://schemas.microsoft.com/office/drawing/2014/main" id="{BF670663-ABF3-0BE9-165C-D20252408BF5}"/>
              </a:ext>
            </a:extLst>
          </p:cNvPr>
          <p:cNvSpPr/>
          <p:nvPr/>
        </p:nvSpPr>
        <p:spPr>
          <a:xfrm>
            <a:off x="4828032" y="3995064"/>
            <a:ext cx="310896" cy="310896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6" name="Text 113">
            <a:extLst>
              <a:ext uri="{FF2B5EF4-FFF2-40B4-BE49-F238E27FC236}">
                <a16:creationId xmlns:a16="http://schemas.microsoft.com/office/drawing/2014/main" id="{2D2E0707-C28E-370A-33D6-441BE50BB168}"/>
              </a:ext>
            </a:extLst>
          </p:cNvPr>
          <p:cNvSpPr/>
          <p:nvPr/>
        </p:nvSpPr>
        <p:spPr>
          <a:xfrm>
            <a:off x="4828032" y="3999636"/>
            <a:ext cx="310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▦</a:t>
            </a:r>
            <a:endParaRPr lang="en-US" sz="1200"/>
          </a:p>
        </p:txBody>
      </p:sp>
      <p:sp>
        <p:nvSpPr>
          <p:cNvPr id="187" name="Text 114">
            <a:extLst>
              <a:ext uri="{FF2B5EF4-FFF2-40B4-BE49-F238E27FC236}">
                <a16:creationId xmlns:a16="http://schemas.microsoft.com/office/drawing/2014/main" id="{3BE96689-FEE9-CDA8-9266-3620A0254DFF}"/>
              </a:ext>
            </a:extLst>
          </p:cNvPr>
          <p:cNvSpPr/>
          <p:nvPr/>
        </p:nvSpPr>
        <p:spPr>
          <a:xfrm>
            <a:off x="5303520" y="4022496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151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Periodic Review or Revalidation</a:t>
            </a:r>
            <a:endParaRPr lang="en-US" sz="1151"/>
          </a:p>
        </p:txBody>
      </p:sp>
      <p:sp>
        <p:nvSpPr>
          <p:cNvPr id="188" name="Shape 115">
            <a:extLst>
              <a:ext uri="{FF2B5EF4-FFF2-40B4-BE49-F238E27FC236}">
                <a16:creationId xmlns:a16="http://schemas.microsoft.com/office/drawing/2014/main" id="{A846A3D9-76F7-886A-727E-1C19CBF5E15B}"/>
              </a:ext>
            </a:extLst>
          </p:cNvPr>
          <p:cNvSpPr/>
          <p:nvPr/>
        </p:nvSpPr>
        <p:spPr>
          <a:xfrm>
            <a:off x="4709160" y="4671720"/>
            <a:ext cx="2834640" cy="548640"/>
          </a:xfrm>
          <a:prstGeom prst="roundRect">
            <a:avLst>
              <a:gd name="adj" fmla="val 20000"/>
            </a:avLst>
          </a:prstGeom>
          <a:solidFill>
            <a:srgbClr val="F2F7FF"/>
          </a:solidFill>
          <a:ln w="15240">
            <a:solidFill>
              <a:srgbClr val="1D63C1"/>
            </a:solidFill>
            <a:prstDash val="solid"/>
          </a:ln>
          <a:effectLst>
            <a:outerShdw blurRad="12700" dist="50800" dir="2700000" algn="bl" rotWithShape="0">
              <a:srgbClr val="D0D5DD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89" name="Shape 116">
            <a:extLst>
              <a:ext uri="{FF2B5EF4-FFF2-40B4-BE49-F238E27FC236}">
                <a16:creationId xmlns:a16="http://schemas.microsoft.com/office/drawing/2014/main" id="{8F34A0C4-5FDF-5305-4D56-7A160424D1E1}"/>
              </a:ext>
            </a:extLst>
          </p:cNvPr>
          <p:cNvSpPr/>
          <p:nvPr/>
        </p:nvSpPr>
        <p:spPr>
          <a:xfrm>
            <a:off x="4828032" y="4790592"/>
            <a:ext cx="310896" cy="310896"/>
          </a:xfrm>
          <a:prstGeom prst="ellipse">
            <a:avLst/>
          </a:prstGeom>
          <a:solidFill>
            <a:srgbClr val="1D63C1"/>
          </a:solidFill>
          <a:ln w="12700">
            <a:solidFill>
              <a:srgbClr val="1D63C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0" name="Text 117">
            <a:extLst>
              <a:ext uri="{FF2B5EF4-FFF2-40B4-BE49-F238E27FC236}">
                <a16:creationId xmlns:a16="http://schemas.microsoft.com/office/drawing/2014/main" id="{2BEAA466-B70C-AC47-AEAF-34DE5D9E0BE6}"/>
              </a:ext>
            </a:extLst>
          </p:cNvPr>
          <p:cNvSpPr/>
          <p:nvPr/>
        </p:nvSpPr>
        <p:spPr>
          <a:xfrm>
            <a:off x="4828032" y="4795164"/>
            <a:ext cx="31089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→</a:t>
            </a:r>
            <a:endParaRPr lang="en-US" sz="1200"/>
          </a:p>
        </p:txBody>
      </p:sp>
      <p:sp>
        <p:nvSpPr>
          <p:cNvPr id="191" name="Text 118">
            <a:extLst>
              <a:ext uri="{FF2B5EF4-FFF2-40B4-BE49-F238E27FC236}">
                <a16:creationId xmlns:a16="http://schemas.microsoft.com/office/drawing/2014/main" id="{A4B8B98D-463A-46BE-E100-D08E3A1DB125}"/>
              </a:ext>
            </a:extLst>
          </p:cNvPr>
          <p:cNvSpPr/>
          <p:nvPr/>
        </p:nvSpPr>
        <p:spPr>
          <a:xfrm>
            <a:off x="5303520" y="4744872"/>
            <a:ext cx="21031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algn="ctr"/>
            <a:r>
              <a:rPr lang="en-US" sz="1100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Move to Active Pipeline,</a:t>
            </a:r>
            <a:endParaRPr lang="en-US" sz="1100"/>
          </a:p>
          <a:p>
            <a:pPr algn="ctr"/>
            <a:r>
              <a:rPr lang="en-US" sz="1100" b="1">
                <a:solidFill>
                  <a:srgbClr val="09245C"/>
                </a:solidFill>
                <a:ea typeface="Aptos" pitchFamily="34" charset="-122"/>
                <a:cs typeface="Aptos" pitchFamily="34" charset="-120"/>
              </a:rPr>
              <a:t>Keep Parked or Drop</a:t>
            </a:r>
            <a:endParaRPr lang="en-US" sz="1100"/>
          </a:p>
        </p:txBody>
      </p:sp>
      <p:sp>
        <p:nvSpPr>
          <p:cNvPr id="192" name="Shape 119">
            <a:extLst>
              <a:ext uri="{FF2B5EF4-FFF2-40B4-BE49-F238E27FC236}">
                <a16:creationId xmlns:a16="http://schemas.microsoft.com/office/drawing/2014/main" id="{8C02BD1E-2E62-0F1D-A7B5-BFDD227E1790}"/>
              </a:ext>
            </a:extLst>
          </p:cNvPr>
          <p:cNvSpPr/>
          <p:nvPr/>
        </p:nvSpPr>
        <p:spPr>
          <a:xfrm>
            <a:off x="9098280" y="3903624"/>
            <a:ext cx="173736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5240">
            <a:solidFill>
              <a:srgbClr val="C8102E"/>
            </a:solidFill>
            <a:prstDash val="solid"/>
          </a:ln>
          <a:effectLst>
            <a:outerShdw blurRad="12700" dist="50800" dir="2700000" algn="bl" rotWithShape="0">
              <a:srgbClr val="D0D5DD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3" name="Shape 120">
            <a:extLst>
              <a:ext uri="{FF2B5EF4-FFF2-40B4-BE49-F238E27FC236}">
                <a16:creationId xmlns:a16="http://schemas.microsoft.com/office/drawing/2014/main" id="{84B99167-BDD1-61C3-CF37-A33A6620A317}"/>
              </a:ext>
            </a:extLst>
          </p:cNvPr>
          <p:cNvSpPr/>
          <p:nvPr/>
        </p:nvSpPr>
        <p:spPr>
          <a:xfrm>
            <a:off x="9235440" y="3995064"/>
            <a:ext cx="292608" cy="29260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4" name="Text 121">
            <a:extLst>
              <a:ext uri="{FF2B5EF4-FFF2-40B4-BE49-F238E27FC236}">
                <a16:creationId xmlns:a16="http://schemas.microsoft.com/office/drawing/2014/main" id="{32A88A97-1276-B624-6275-E8AF40CC082D}"/>
              </a:ext>
            </a:extLst>
          </p:cNvPr>
          <p:cNvSpPr/>
          <p:nvPr/>
        </p:nvSpPr>
        <p:spPr>
          <a:xfrm>
            <a:off x="9235440" y="3999636"/>
            <a:ext cx="29260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ea typeface="Aptos" pitchFamily="34" charset="-122"/>
                <a:cs typeface="Aptos" pitchFamily="34" charset="-120"/>
              </a:rPr>
              <a:t>−</a:t>
            </a:r>
            <a:endParaRPr lang="en-US" sz="1400"/>
          </a:p>
        </p:txBody>
      </p:sp>
      <p:sp>
        <p:nvSpPr>
          <p:cNvPr id="195" name="Text 122">
            <a:extLst>
              <a:ext uri="{FF2B5EF4-FFF2-40B4-BE49-F238E27FC236}">
                <a16:creationId xmlns:a16="http://schemas.microsoft.com/office/drawing/2014/main" id="{744AFC04-6D8F-3D17-2ACC-84216318DC56}"/>
              </a:ext>
            </a:extLst>
          </p:cNvPr>
          <p:cNvSpPr/>
          <p:nvPr/>
        </p:nvSpPr>
        <p:spPr>
          <a:xfrm>
            <a:off x="9646920" y="4013352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en-US" sz="1200" b="1">
                <a:solidFill>
                  <a:srgbClr val="C8102E"/>
                </a:solidFill>
                <a:ea typeface="Aptos" pitchFamily="34" charset="-122"/>
                <a:cs typeface="Aptos" pitchFamily="34" charset="-120"/>
              </a:rPr>
              <a:t>End of Process</a:t>
            </a:r>
            <a:endParaRPr lang="en-US" sz="1200"/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1ACEE7BE-9FBC-F015-0DD1-BBEBA00516F2}"/>
              </a:ext>
            </a:extLst>
          </p:cNvPr>
          <p:cNvCxnSpPr/>
          <p:nvPr/>
        </p:nvCxnSpPr>
        <p:spPr>
          <a:xfrm>
            <a:off x="3623481" y="1405719"/>
            <a:ext cx="66191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076F915D-D8B3-8B33-4618-C2AE1EF52B61}"/>
              </a:ext>
            </a:extLst>
          </p:cNvPr>
          <p:cNvCxnSpPr/>
          <p:nvPr/>
        </p:nvCxnSpPr>
        <p:spPr>
          <a:xfrm>
            <a:off x="7481248" y="1414818"/>
            <a:ext cx="66191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: Elbow 199">
            <a:extLst>
              <a:ext uri="{FF2B5EF4-FFF2-40B4-BE49-F238E27FC236}">
                <a16:creationId xmlns:a16="http://schemas.microsoft.com/office/drawing/2014/main" id="{C040B585-BFD4-5E78-09B0-5E5E7EA90D0D}"/>
              </a:ext>
            </a:extLst>
          </p:cNvPr>
          <p:cNvCxnSpPr/>
          <p:nvPr/>
        </p:nvCxnSpPr>
        <p:spPr>
          <a:xfrm rot="10800000" flipV="1">
            <a:off x="8432075" y="1733265"/>
            <a:ext cx="1353370" cy="354841"/>
          </a:xfrm>
          <a:prstGeom prst="bentConnector3">
            <a:avLst>
              <a:gd name="adj1" fmla="val 8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08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3F4C4-FA44-DB10-427D-2AE50CB0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0E187B80-7543-B593-20CB-88AADCEF4EA3}"/>
              </a:ext>
            </a:extLst>
          </p:cNvPr>
          <p:cNvSpPr txBox="1"/>
          <p:nvPr/>
        </p:nvSpPr>
        <p:spPr>
          <a:xfrm>
            <a:off x="358130" y="160493"/>
            <a:ext cx="9143680" cy="5070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200" b="1" noProof="0">
                <a:solidFill>
                  <a:srgbClr val="054D4D"/>
                </a:solidFill>
                <a:cs typeface="Arial" panose="020B0604020202020204" pitchFamily="34" charset="0"/>
              </a:rPr>
              <a:t>DEAL SCREENING</a:t>
            </a:r>
          </a:p>
        </p:txBody>
      </p:sp>
      <p:sp>
        <p:nvSpPr>
          <p:cNvPr id="123" name="Text 2">
            <a:extLst>
              <a:ext uri="{FF2B5EF4-FFF2-40B4-BE49-F238E27FC236}">
                <a16:creationId xmlns:a16="http://schemas.microsoft.com/office/drawing/2014/main" id="{3C7AE2F4-3BF4-60C1-83BE-6BD824678F07}"/>
              </a:ext>
            </a:extLst>
          </p:cNvPr>
          <p:cNvSpPr/>
          <p:nvPr/>
        </p:nvSpPr>
        <p:spPr>
          <a:xfrm>
            <a:off x="472115" y="645782"/>
            <a:ext cx="11338560" cy="318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b="1" i="1">
                <a:solidFill>
                  <a:srgbClr val="4A5568"/>
                </a:solidFill>
                <a:cs typeface="Arial" panose="020B0604020202020204" pitchFamily="34" charset="0"/>
              </a:rPr>
              <a:t>STAGE 1: Knockout Check</a:t>
            </a:r>
            <a:endParaRPr lang="en-GB" sz="1600" b="1" i="1" noProof="0">
              <a:solidFill>
                <a:srgbClr val="4A5568"/>
              </a:solidFill>
              <a:cs typeface="Arial" panose="020B0604020202020204" pitchFamily="34" charset="0"/>
            </a:endParaRPr>
          </a:p>
        </p:txBody>
      </p:sp>
      <p:sp>
        <p:nvSpPr>
          <p:cNvPr id="124" name="Shape 3">
            <a:extLst>
              <a:ext uri="{FF2B5EF4-FFF2-40B4-BE49-F238E27FC236}">
                <a16:creationId xmlns:a16="http://schemas.microsoft.com/office/drawing/2014/main" id="{E7AAE694-11F8-CFEF-403C-50A91B600578}"/>
              </a:ext>
            </a:extLst>
          </p:cNvPr>
          <p:cNvSpPr/>
          <p:nvPr/>
        </p:nvSpPr>
        <p:spPr>
          <a:xfrm>
            <a:off x="438994" y="930402"/>
            <a:ext cx="11338560" cy="0"/>
          </a:xfrm>
          <a:prstGeom prst="line">
            <a:avLst/>
          </a:prstGeom>
          <a:noFill/>
          <a:ln w="10160">
            <a:solidFill>
              <a:srgbClr val="1A9E9E"/>
            </a:solidFill>
            <a:prstDash val="solid"/>
          </a:ln>
        </p:spPr>
        <p:txBody>
          <a:bodyPr/>
          <a:lstStyle/>
          <a:p>
            <a:endParaRPr lang="en-GB" sz="2400" noProof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E1664559-2460-C2D3-03EF-1D2D96379557}"/>
              </a:ext>
            </a:extLst>
          </p:cNvPr>
          <p:cNvSpPr txBox="1"/>
          <p:nvPr/>
        </p:nvSpPr>
        <p:spPr>
          <a:xfrm>
            <a:off x="438994" y="973049"/>
            <a:ext cx="11625844" cy="2308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GB" sz="900" i="1">
                <a:solidFill>
                  <a:srgbClr val="5A6B7B"/>
                </a:solidFill>
                <a:ea typeface="Calibri"/>
                <a:cs typeface="Calibri"/>
              </a:rPr>
              <a:t>All opportunities are subject to knockout checks. If any of the following questions cannot be answered satisfactorily, the deal will be rejected immediately.</a:t>
            </a:r>
            <a:endParaRPr lang="en-US" sz="900" i="1">
              <a:solidFill>
                <a:srgbClr val="5A6B7B"/>
              </a:solidFill>
              <a:ea typeface="Calibri"/>
              <a:cs typeface="Calibri"/>
            </a:endParaRPr>
          </a:p>
        </p:txBody>
      </p:sp>
      <p:sp>
        <p:nvSpPr>
          <p:cNvPr id="197" name="Shape 2">
            <a:extLst>
              <a:ext uri="{FF2B5EF4-FFF2-40B4-BE49-F238E27FC236}">
                <a16:creationId xmlns:a16="http://schemas.microsoft.com/office/drawing/2014/main" id="{FA1C6D26-D2D4-0713-42F8-E1CAFAD15B7C}"/>
              </a:ext>
            </a:extLst>
          </p:cNvPr>
          <p:cNvSpPr/>
          <p:nvPr/>
        </p:nvSpPr>
        <p:spPr>
          <a:xfrm>
            <a:off x="438069" y="1262150"/>
            <a:ext cx="3703320" cy="29260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 sz="1333"/>
          </a:p>
        </p:txBody>
      </p:sp>
      <p:sp>
        <p:nvSpPr>
          <p:cNvPr id="198" name="Text 3">
            <a:extLst>
              <a:ext uri="{FF2B5EF4-FFF2-40B4-BE49-F238E27FC236}">
                <a16:creationId xmlns:a16="http://schemas.microsoft.com/office/drawing/2014/main" id="{C29A9086-0BC8-BE56-8099-61421380EFDD}"/>
              </a:ext>
            </a:extLst>
          </p:cNvPr>
          <p:cNvSpPr/>
          <p:nvPr/>
        </p:nvSpPr>
        <p:spPr>
          <a:xfrm>
            <a:off x="575229" y="126215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30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Demand &amp; Counterparty</a:t>
            </a:r>
          </a:p>
        </p:txBody>
      </p:sp>
      <p:sp>
        <p:nvSpPr>
          <p:cNvPr id="199" name="Text 4">
            <a:extLst>
              <a:ext uri="{FF2B5EF4-FFF2-40B4-BE49-F238E27FC236}">
                <a16:creationId xmlns:a16="http://schemas.microsoft.com/office/drawing/2014/main" id="{202BA1F3-DD7F-8162-A013-419264051880}"/>
              </a:ext>
            </a:extLst>
          </p:cNvPr>
          <p:cNvSpPr/>
          <p:nvPr/>
        </p:nvSpPr>
        <p:spPr>
          <a:xfrm>
            <a:off x="575229" y="126215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900"/>
          </a:p>
        </p:txBody>
      </p:sp>
      <p:sp>
        <p:nvSpPr>
          <p:cNvPr id="200" name="Shape 5">
            <a:extLst>
              <a:ext uri="{FF2B5EF4-FFF2-40B4-BE49-F238E27FC236}">
                <a16:creationId xmlns:a16="http://schemas.microsoft.com/office/drawing/2014/main" id="{B275F6F8-9767-2F0F-25F2-EE9E819E8912}"/>
              </a:ext>
            </a:extLst>
          </p:cNvPr>
          <p:cNvSpPr/>
          <p:nvPr/>
        </p:nvSpPr>
        <p:spPr>
          <a:xfrm>
            <a:off x="4338148" y="1262150"/>
            <a:ext cx="7577379" cy="292608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 sz="1333"/>
          </a:p>
        </p:txBody>
      </p:sp>
      <p:sp>
        <p:nvSpPr>
          <p:cNvPr id="201" name="Text 6">
            <a:extLst>
              <a:ext uri="{FF2B5EF4-FFF2-40B4-BE49-F238E27FC236}">
                <a16:creationId xmlns:a16="http://schemas.microsoft.com/office/drawing/2014/main" id="{155F372F-FAD1-4570-D5FB-38BB22A74A28}"/>
              </a:ext>
            </a:extLst>
          </p:cNvPr>
          <p:cNvSpPr/>
          <p:nvPr/>
        </p:nvSpPr>
        <p:spPr>
          <a:xfrm>
            <a:off x="4475309" y="126215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30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Feasibility &amp; Returns</a:t>
            </a:r>
          </a:p>
        </p:txBody>
      </p:sp>
      <p:sp>
        <p:nvSpPr>
          <p:cNvPr id="202" name="Text 7">
            <a:extLst>
              <a:ext uri="{FF2B5EF4-FFF2-40B4-BE49-F238E27FC236}">
                <a16:creationId xmlns:a16="http://schemas.microsoft.com/office/drawing/2014/main" id="{A3E5D6AE-4CD9-3ED5-E68E-124272134D6E}"/>
              </a:ext>
            </a:extLst>
          </p:cNvPr>
          <p:cNvSpPr/>
          <p:nvPr/>
        </p:nvSpPr>
        <p:spPr>
          <a:xfrm>
            <a:off x="4475309" y="126215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900"/>
          </a:p>
        </p:txBody>
      </p:sp>
      <p:sp>
        <p:nvSpPr>
          <p:cNvPr id="203" name="Shape 11">
            <a:extLst>
              <a:ext uri="{FF2B5EF4-FFF2-40B4-BE49-F238E27FC236}">
                <a16:creationId xmlns:a16="http://schemas.microsoft.com/office/drawing/2014/main" id="{1E8BEF28-1C59-E44E-E7F8-EF44C42A222A}"/>
              </a:ext>
            </a:extLst>
          </p:cNvPr>
          <p:cNvSpPr/>
          <p:nvPr/>
        </p:nvSpPr>
        <p:spPr>
          <a:xfrm>
            <a:off x="438069" y="1644947"/>
            <a:ext cx="3703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FD8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4" name="Shape 12">
            <a:extLst>
              <a:ext uri="{FF2B5EF4-FFF2-40B4-BE49-F238E27FC236}">
                <a16:creationId xmlns:a16="http://schemas.microsoft.com/office/drawing/2014/main" id="{F335FF54-0594-9862-B7AF-A1B332613336}"/>
              </a:ext>
            </a:extLst>
          </p:cNvPr>
          <p:cNvSpPr/>
          <p:nvPr/>
        </p:nvSpPr>
        <p:spPr>
          <a:xfrm>
            <a:off x="438069" y="1644947"/>
            <a:ext cx="82296" cy="148132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Shape 13">
            <a:extLst>
              <a:ext uri="{FF2B5EF4-FFF2-40B4-BE49-F238E27FC236}">
                <a16:creationId xmlns:a16="http://schemas.microsoft.com/office/drawing/2014/main" id="{4E73B153-BB3D-4CA2-0B99-F9D5163C8DC8}"/>
              </a:ext>
            </a:extLst>
          </p:cNvPr>
          <p:cNvSpPr/>
          <p:nvPr/>
        </p:nvSpPr>
        <p:spPr>
          <a:xfrm>
            <a:off x="520365" y="1644947"/>
            <a:ext cx="3621024" cy="38404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6" name="Text 14">
            <a:extLst>
              <a:ext uri="{FF2B5EF4-FFF2-40B4-BE49-F238E27FC236}">
                <a16:creationId xmlns:a16="http://schemas.microsoft.com/office/drawing/2014/main" id="{0DBE5F71-3579-6502-3483-C5F29E992E86}"/>
              </a:ext>
            </a:extLst>
          </p:cNvPr>
          <p:cNvSpPr/>
          <p:nvPr/>
        </p:nvSpPr>
        <p:spPr>
          <a:xfrm>
            <a:off x="620949" y="1644947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01</a:t>
            </a:r>
            <a:endParaRPr lang="en-US" sz="1333"/>
          </a:p>
        </p:txBody>
      </p:sp>
      <p:sp>
        <p:nvSpPr>
          <p:cNvPr id="207" name="Text 15">
            <a:extLst>
              <a:ext uri="{FF2B5EF4-FFF2-40B4-BE49-F238E27FC236}">
                <a16:creationId xmlns:a16="http://schemas.microsoft.com/office/drawing/2014/main" id="{3D72927C-4C4C-ADAB-9544-63F5A7E58A89}"/>
              </a:ext>
            </a:extLst>
          </p:cNvPr>
          <p:cNvSpPr/>
          <p:nvPr/>
        </p:nvSpPr>
        <p:spPr>
          <a:xfrm>
            <a:off x="1215309" y="1644947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Demand/Off taker</a:t>
            </a:r>
            <a:endParaRPr lang="en-US" sz="1333"/>
          </a:p>
        </p:txBody>
      </p:sp>
      <p:sp>
        <p:nvSpPr>
          <p:cNvPr id="208" name="Text 16">
            <a:extLst>
              <a:ext uri="{FF2B5EF4-FFF2-40B4-BE49-F238E27FC236}">
                <a16:creationId xmlns:a16="http://schemas.microsoft.com/office/drawing/2014/main" id="{653F79FC-DB5E-8746-2CB9-28D8A9318998}"/>
              </a:ext>
            </a:extLst>
          </p:cNvPr>
          <p:cNvSpPr/>
          <p:nvPr/>
        </p:nvSpPr>
        <p:spPr>
          <a:xfrm>
            <a:off x="620949" y="2102147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i="1">
                <a:solidFill>
                  <a:srgbClr val="8B1D1F"/>
                </a:solidFill>
                <a:ea typeface="Calibri" pitchFamily="34" charset="-122"/>
                <a:cs typeface="Calibri" pitchFamily="34" charset="-120"/>
              </a:rPr>
              <a:t>Is there confirmed, scalable demand backed by evidence (not estimates)?</a:t>
            </a:r>
            <a:endParaRPr lang="en-US" sz="1000"/>
          </a:p>
        </p:txBody>
      </p:sp>
      <p:sp>
        <p:nvSpPr>
          <p:cNvPr id="209" name="Text 17">
            <a:extLst>
              <a:ext uri="{FF2B5EF4-FFF2-40B4-BE49-F238E27FC236}">
                <a16:creationId xmlns:a16="http://schemas.microsoft.com/office/drawing/2014/main" id="{4FAC5E46-86F0-4378-C478-068CE59DDD83}"/>
              </a:ext>
            </a:extLst>
          </p:cNvPr>
          <p:cNvSpPr/>
          <p:nvPr/>
        </p:nvSpPr>
        <p:spPr>
          <a:xfrm>
            <a:off x="620949" y="2449619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1" b="1">
                <a:solidFill>
                  <a:srgbClr val="1F5130"/>
                </a:solidFill>
              </a:rPr>
              <a:t>PASS IF: </a:t>
            </a:r>
            <a:r>
              <a:rPr lang="en-US" sz="951">
                <a:solidFill>
                  <a:srgbClr val="2A2F2C"/>
                </a:solidFill>
              </a:rPr>
              <a:t>Metered consumption, signed LOIs, or verifiable historical bills demonstrating real demand at the scale proposed.</a:t>
            </a:r>
            <a:endParaRPr lang="en-US" sz="951"/>
          </a:p>
        </p:txBody>
      </p:sp>
      <p:sp>
        <p:nvSpPr>
          <p:cNvPr id="210" name="Text 18">
            <a:extLst>
              <a:ext uri="{FF2B5EF4-FFF2-40B4-BE49-F238E27FC236}">
                <a16:creationId xmlns:a16="http://schemas.microsoft.com/office/drawing/2014/main" id="{7AFE9DE7-5E4B-D2E6-00B5-86380363447B}"/>
              </a:ext>
            </a:extLst>
          </p:cNvPr>
          <p:cNvSpPr/>
          <p:nvPr/>
        </p:nvSpPr>
        <p:spPr>
          <a:xfrm>
            <a:off x="620949" y="2833667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1" b="1" kern="0" spc="100">
                <a:solidFill>
                  <a:srgbClr val="C79A2E"/>
                </a:solidFill>
              </a:rPr>
              <a:t>EVIDENCE:  </a:t>
            </a:r>
            <a:r>
              <a:rPr lang="en-US" sz="851" i="1">
                <a:solidFill>
                  <a:srgbClr val="6B7570"/>
                </a:solidFill>
              </a:rPr>
              <a:t>Site survey · meter logs · signed LOIs / MOUs</a:t>
            </a:r>
            <a:endParaRPr lang="en-US" sz="851"/>
          </a:p>
        </p:txBody>
      </p:sp>
      <p:sp>
        <p:nvSpPr>
          <p:cNvPr id="211" name="Shape 19">
            <a:extLst>
              <a:ext uri="{FF2B5EF4-FFF2-40B4-BE49-F238E27FC236}">
                <a16:creationId xmlns:a16="http://schemas.microsoft.com/office/drawing/2014/main" id="{728DE085-6E1B-BDD1-B17D-FDA966F997FE}"/>
              </a:ext>
            </a:extLst>
          </p:cNvPr>
          <p:cNvSpPr/>
          <p:nvPr/>
        </p:nvSpPr>
        <p:spPr>
          <a:xfrm>
            <a:off x="438069" y="3226859"/>
            <a:ext cx="3703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FD8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2" name="Shape 20">
            <a:extLst>
              <a:ext uri="{FF2B5EF4-FFF2-40B4-BE49-F238E27FC236}">
                <a16:creationId xmlns:a16="http://schemas.microsoft.com/office/drawing/2014/main" id="{AC74F3DA-20CC-802E-8A4E-B6FC00E1F16A}"/>
              </a:ext>
            </a:extLst>
          </p:cNvPr>
          <p:cNvSpPr/>
          <p:nvPr/>
        </p:nvSpPr>
        <p:spPr>
          <a:xfrm>
            <a:off x="438069" y="3226859"/>
            <a:ext cx="82296" cy="148132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3" name="Shape 21">
            <a:extLst>
              <a:ext uri="{FF2B5EF4-FFF2-40B4-BE49-F238E27FC236}">
                <a16:creationId xmlns:a16="http://schemas.microsoft.com/office/drawing/2014/main" id="{1E74F4FB-7DF0-D623-0411-5B6C0C298CA6}"/>
              </a:ext>
            </a:extLst>
          </p:cNvPr>
          <p:cNvSpPr/>
          <p:nvPr/>
        </p:nvSpPr>
        <p:spPr>
          <a:xfrm>
            <a:off x="520365" y="3226859"/>
            <a:ext cx="3621024" cy="384048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4" name="Text 22">
            <a:extLst>
              <a:ext uri="{FF2B5EF4-FFF2-40B4-BE49-F238E27FC236}">
                <a16:creationId xmlns:a16="http://schemas.microsoft.com/office/drawing/2014/main" id="{412B4D0F-0143-6C07-87EA-82EEBD3F3060}"/>
              </a:ext>
            </a:extLst>
          </p:cNvPr>
          <p:cNvSpPr/>
          <p:nvPr/>
        </p:nvSpPr>
        <p:spPr>
          <a:xfrm>
            <a:off x="620949" y="3226859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02</a:t>
            </a:r>
            <a:endParaRPr lang="en-US" sz="1333"/>
          </a:p>
        </p:txBody>
      </p:sp>
      <p:sp>
        <p:nvSpPr>
          <p:cNvPr id="215" name="Text 23">
            <a:extLst>
              <a:ext uri="{FF2B5EF4-FFF2-40B4-BE49-F238E27FC236}">
                <a16:creationId xmlns:a16="http://schemas.microsoft.com/office/drawing/2014/main" id="{F28799A0-3BD0-4CE5-A392-C5E8D22E0DDF}"/>
              </a:ext>
            </a:extLst>
          </p:cNvPr>
          <p:cNvSpPr/>
          <p:nvPr/>
        </p:nvSpPr>
        <p:spPr>
          <a:xfrm>
            <a:off x="1215309" y="3226859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Creditworthy Counterparty</a:t>
            </a:r>
            <a:endParaRPr lang="en-US" sz="1333"/>
          </a:p>
        </p:txBody>
      </p:sp>
      <p:sp>
        <p:nvSpPr>
          <p:cNvPr id="216" name="Text 24">
            <a:extLst>
              <a:ext uri="{FF2B5EF4-FFF2-40B4-BE49-F238E27FC236}">
                <a16:creationId xmlns:a16="http://schemas.microsoft.com/office/drawing/2014/main" id="{4D80390C-89C6-563E-4682-296AFEB81A06}"/>
              </a:ext>
            </a:extLst>
          </p:cNvPr>
          <p:cNvSpPr/>
          <p:nvPr/>
        </p:nvSpPr>
        <p:spPr>
          <a:xfrm>
            <a:off x="620949" y="3684059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i="1">
                <a:solidFill>
                  <a:srgbClr val="8B1D1F"/>
                </a:solidFill>
                <a:ea typeface="Calibri" pitchFamily="34" charset="-122"/>
                <a:cs typeface="Calibri" pitchFamily="34" charset="-120"/>
              </a:rPr>
              <a:t>Is the customer named, KYC-clean, and able to pay for the contract life?</a:t>
            </a:r>
            <a:endParaRPr lang="en-US" sz="1000"/>
          </a:p>
        </p:txBody>
      </p:sp>
      <p:sp>
        <p:nvSpPr>
          <p:cNvPr id="217" name="Text 25">
            <a:extLst>
              <a:ext uri="{FF2B5EF4-FFF2-40B4-BE49-F238E27FC236}">
                <a16:creationId xmlns:a16="http://schemas.microsoft.com/office/drawing/2014/main" id="{AC7B724C-157E-5F5A-1339-A8020AD1DB37}"/>
              </a:ext>
            </a:extLst>
          </p:cNvPr>
          <p:cNvSpPr/>
          <p:nvPr/>
        </p:nvSpPr>
        <p:spPr>
          <a:xfrm>
            <a:off x="620949" y="4031531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1" b="1">
                <a:solidFill>
                  <a:srgbClr val="1F5130"/>
                </a:solidFill>
              </a:rPr>
              <a:t>PASS IF: </a:t>
            </a:r>
            <a:r>
              <a:rPr lang="en-US" sz="951">
                <a:solidFill>
                  <a:srgbClr val="2A2F2C"/>
                </a:solidFill>
              </a:rPr>
              <a:t>Investment-grade or mid-tier corporate with 2 years of clean payment history; no sanctions, or unresolved litigation.</a:t>
            </a:r>
            <a:endParaRPr lang="en-US" sz="951"/>
          </a:p>
        </p:txBody>
      </p:sp>
      <p:sp>
        <p:nvSpPr>
          <p:cNvPr id="218" name="Text 26">
            <a:extLst>
              <a:ext uri="{FF2B5EF4-FFF2-40B4-BE49-F238E27FC236}">
                <a16:creationId xmlns:a16="http://schemas.microsoft.com/office/drawing/2014/main" id="{52CEE870-D920-7E3F-1C6A-630437E2DAC1}"/>
              </a:ext>
            </a:extLst>
          </p:cNvPr>
          <p:cNvSpPr/>
          <p:nvPr/>
        </p:nvSpPr>
        <p:spPr>
          <a:xfrm>
            <a:off x="620949" y="4415579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1" b="1" kern="0" spc="100">
                <a:solidFill>
                  <a:srgbClr val="C79A2E"/>
                </a:solidFill>
              </a:rPr>
              <a:t>EVIDENCE:  </a:t>
            </a:r>
            <a:r>
              <a:rPr lang="en-US" sz="851" i="1">
                <a:solidFill>
                  <a:srgbClr val="6B7570"/>
                </a:solidFill>
              </a:rPr>
              <a:t>2-yr audited F/S  · KYC pack</a:t>
            </a:r>
            <a:endParaRPr lang="en-US" sz="851"/>
          </a:p>
        </p:txBody>
      </p:sp>
      <p:sp>
        <p:nvSpPr>
          <p:cNvPr id="221" name="Shape 35">
            <a:extLst>
              <a:ext uri="{FF2B5EF4-FFF2-40B4-BE49-F238E27FC236}">
                <a16:creationId xmlns:a16="http://schemas.microsoft.com/office/drawing/2014/main" id="{031F0A45-6661-3412-18DE-6B29A88AFDE5}"/>
              </a:ext>
            </a:extLst>
          </p:cNvPr>
          <p:cNvSpPr/>
          <p:nvPr/>
        </p:nvSpPr>
        <p:spPr>
          <a:xfrm>
            <a:off x="4338149" y="1648352"/>
            <a:ext cx="3703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FD8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2" name="Shape 36">
            <a:extLst>
              <a:ext uri="{FF2B5EF4-FFF2-40B4-BE49-F238E27FC236}">
                <a16:creationId xmlns:a16="http://schemas.microsoft.com/office/drawing/2014/main" id="{61D980E2-909D-46E2-0558-BFA4B5F6572C}"/>
              </a:ext>
            </a:extLst>
          </p:cNvPr>
          <p:cNvSpPr/>
          <p:nvPr/>
        </p:nvSpPr>
        <p:spPr>
          <a:xfrm>
            <a:off x="4338149" y="1648352"/>
            <a:ext cx="82296" cy="1481328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3" name="Shape 37">
            <a:extLst>
              <a:ext uri="{FF2B5EF4-FFF2-40B4-BE49-F238E27FC236}">
                <a16:creationId xmlns:a16="http://schemas.microsoft.com/office/drawing/2014/main" id="{8934DAAF-4612-5D80-135D-D314B58F0B5E}"/>
              </a:ext>
            </a:extLst>
          </p:cNvPr>
          <p:cNvSpPr/>
          <p:nvPr/>
        </p:nvSpPr>
        <p:spPr>
          <a:xfrm>
            <a:off x="4420445" y="1648352"/>
            <a:ext cx="3621024" cy="384048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4" name="Text 38">
            <a:extLst>
              <a:ext uri="{FF2B5EF4-FFF2-40B4-BE49-F238E27FC236}">
                <a16:creationId xmlns:a16="http://schemas.microsoft.com/office/drawing/2014/main" id="{8D187BF8-109E-1AEF-C573-58F4C9C477E7}"/>
              </a:ext>
            </a:extLst>
          </p:cNvPr>
          <p:cNvSpPr/>
          <p:nvPr/>
        </p:nvSpPr>
        <p:spPr>
          <a:xfrm>
            <a:off x="4521029" y="16483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03</a:t>
            </a:r>
            <a:endParaRPr lang="en-US" sz="1333"/>
          </a:p>
        </p:txBody>
      </p:sp>
      <p:sp>
        <p:nvSpPr>
          <p:cNvPr id="225" name="Text 39">
            <a:extLst>
              <a:ext uri="{FF2B5EF4-FFF2-40B4-BE49-F238E27FC236}">
                <a16:creationId xmlns:a16="http://schemas.microsoft.com/office/drawing/2014/main" id="{5749F5B5-66C3-2033-6EE3-A3203F83636D}"/>
              </a:ext>
            </a:extLst>
          </p:cNvPr>
          <p:cNvSpPr/>
          <p:nvPr/>
        </p:nvSpPr>
        <p:spPr>
          <a:xfrm>
            <a:off x="5115389" y="16483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Regulatory Pathway</a:t>
            </a:r>
            <a:endParaRPr lang="en-US" sz="1333"/>
          </a:p>
        </p:txBody>
      </p:sp>
      <p:sp>
        <p:nvSpPr>
          <p:cNvPr id="226" name="Text 47">
            <a:extLst>
              <a:ext uri="{FF2B5EF4-FFF2-40B4-BE49-F238E27FC236}">
                <a16:creationId xmlns:a16="http://schemas.microsoft.com/office/drawing/2014/main" id="{67BA1DBD-90FB-7CA6-D04D-EF4422E5229B}"/>
              </a:ext>
            </a:extLst>
          </p:cNvPr>
          <p:cNvSpPr/>
          <p:nvPr/>
        </p:nvSpPr>
        <p:spPr>
          <a:xfrm>
            <a:off x="5133677" y="323026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Commercial Viability</a:t>
            </a:r>
          </a:p>
        </p:txBody>
      </p:sp>
      <p:sp>
        <p:nvSpPr>
          <p:cNvPr id="227" name="Text 48">
            <a:extLst>
              <a:ext uri="{FF2B5EF4-FFF2-40B4-BE49-F238E27FC236}">
                <a16:creationId xmlns:a16="http://schemas.microsoft.com/office/drawing/2014/main" id="{53F0A173-9249-7317-934E-4C30CD1FE699}"/>
              </a:ext>
            </a:extLst>
          </p:cNvPr>
          <p:cNvSpPr/>
          <p:nvPr/>
        </p:nvSpPr>
        <p:spPr>
          <a:xfrm>
            <a:off x="4521029" y="206849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i="1">
                <a:solidFill>
                  <a:srgbClr val="8B1D1F"/>
                </a:solidFill>
                <a:ea typeface="Calibri" pitchFamily="34" charset="-122"/>
                <a:cs typeface="Calibri" pitchFamily="34" charset="-120"/>
              </a:rPr>
              <a:t>Are all required permits and licences obtainable within the project timeline?</a:t>
            </a:r>
            <a:endParaRPr lang="en-US" sz="1000"/>
          </a:p>
        </p:txBody>
      </p:sp>
      <p:sp>
        <p:nvSpPr>
          <p:cNvPr id="228" name="Text 49">
            <a:extLst>
              <a:ext uri="{FF2B5EF4-FFF2-40B4-BE49-F238E27FC236}">
                <a16:creationId xmlns:a16="http://schemas.microsoft.com/office/drawing/2014/main" id="{4AA1A184-8357-1A1A-99E2-CB1CF65D95CA}"/>
              </a:ext>
            </a:extLst>
          </p:cNvPr>
          <p:cNvSpPr/>
          <p:nvPr/>
        </p:nvSpPr>
        <p:spPr>
          <a:xfrm>
            <a:off x="4536320" y="2434736"/>
            <a:ext cx="34960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1" b="1">
                <a:solidFill>
                  <a:srgbClr val="1F5130"/>
                </a:solidFill>
              </a:rPr>
              <a:t>PASS IF: </a:t>
            </a:r>
            <a:r>
              <a:rPr lang="en-US" sz="951">
                <a:solidFill>
                  <a:srgbClr val="2A2F2C"/>
                </a:solidFill>
              </a:rPr>
              <a:t>Regulator (NERC / NMDPRA / NUPRC / state) pathway named for each permit; precedent exists; lead time ≤ project schedule.</a:t>
            </a:r>
            <a:endParaRPr lang="en-US" sz="951"/>
          </a:p>
        </p:txBody>
      </p:sp>
      <p:sp>
        <p:nvSpPr>
          <p:cNvPr id="229" name="Text 50">
            <a:extLst>
              <a:ext uri="{FF2B5EF4-FFF2-40B4-BE49-F238E27FC236}">
                <a16:creationId xmlns:a16="http://schemas.microsoft.com/office/drawing/2014/main" id="{0B6B199A-AD66-4228-6485-642AB8EA06FA}"/>
              </a:ext>
            </a:extLst>
          </p:cNvPr>
          <p:cNvSpPr/>
          <p:nvPr/>
        </p:nvSpPr>
        <p:spPr>
          <a:xfrm>
            <a:off x="4521029" y="28370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1" b="1" kern="0" spc="100">
                <a:solidFill>
                  <a:srgbClr val="C79A2E"/>
                </a:solidFill>
              </a:rPr>
              <a:t>EVIDENCE:  </a:t>
            </a:r>
            <a:r>
              <a:rPr lang="en-US" sz="851" i="1">
                <a:solidFill>
                  <a:srgbClr val="6B7570"/>
                </a:solidFill>
              </a:rPr>
              <a:t>Regulatory opinion · permit register · precedents</a:t>
            </a:r>
            <a:endParaRPr lang="en-US" sz="851"/>
          </a:p>
        </p:txBody>
      </p:sp>
      <p:sp>
        <p:nvSpPr>
          <p:cNvPr id="230" name="Text 54">
            <a:extLst>
              <a:ext uri="{FF2B5EF4-FFF2-40B4-BE49-F238E27FC236}">
                <a16:creationId xmlns:a16="http://schemas.microsoft.com/office/drawing/2014/main" id="{A3E54C10-6EE7-9FD5-C0DD-87F252CB4921}"/>
              </a:ext>
            </a:extLst>
          </p:cNvPr>
          <p:cNvSpPr/>
          <p:nvPr/>
        </p:nvSpPr>
        <p:spPr>
          <a:xfrm>
            <a:off x="8402708" y="1644947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06</a:t>
            </a:r>
            <a:endParaRPr lang="en-US" sz="1333"/>
          </a:p>
        </p:txBody>
      </p:sp>
      <p:sp>
        <p:nvSpPr>
          <p:cNvPr id="231" name="Shape 59">
            <a:extLst>
              <a:ext uri="{FF2B5EF4-FFF2-40B4-BE49-F238E27FC236}">
                <a16:creationId xmlns:a16="http://schemas.microsoft.com/office/drawing/2014/main" id="{A7BA4AC6-F8D5-EB0B-E16A-077B1B65E854}"/>
              </a:ext>
            </a:extLst>
          </p:cNvPr>
          <p:cNvSpPr/>
          <p:nvPr/>
        </p:nvSpPr>
        <p:spPr>
          <a:xfrm>
            <a:off x="4347293" y="3239408"/>
            <a:ext cx="3703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FD8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2" name="Shape 60">
            <a:extLst>
              <a:ext uri="{FF2B5EF4-FFF2-40B4-BE49-F238E27FC236}">
                <a16:creationId xmlns:a16="http://schemas.microsoft.com/office/drawing/2014/main" id="{927D584A-5A05-5773-99F3-33EE65B1218E}"/>
              </a:ext>
            </a:extLst>
          </p:cNvPr>
          <p:cNvSpPr/>
          <p:nvPr/>
        </p:nvSpPr>
        <p:spPr>
          <a:xfrm>
            <a:off x="4347293" y="3239408"/>
            <a:ext cx="82296" cy="1481328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3" name="Shape 61">
            <a:extLst>
              <a:ext uri="{FF2B5EF4-FFF2-40B4-BE49-F238E27FC236}">
                <a16:creationId xmlns:a16="http://schemas.microsoft.com/office/drawing/2014/main" id="{EB5794DF-DD3E-FA61-B0B5-30D231B019FC}"/>
              </a:ext>
            </a:extLst>
          </p:cNvPr>
          <p:cNvSpPr/>
          <p:nvPr/>
        </p:nvSpPr>
        <p:spPr>
          <a:xfrm>
            <a:off x="4429589" y="3239408"/>
            <a:ext cx="3621024" cy="384048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4" name="Text 62">
            <a:extLst>
              <a:ext uri="{FF2B5EF4-FFF2-40B4-BE49-F238E27FC236}">
                <a16:creationId xmlns:a16="http://schemas.microsoft.com/office/drawing/2014/main" id="{8B65FD8D-D903-DEE2-3A6B-B7C292004176}"/>
              </a:ext>
            </a:extLst>
          </p:cNvPr>
          <p:cNvSpPr/>
          <p:nvPr/>
        </p:nvSpPr>
        <p:spPr>
          <a:xfrm>
            <a:off x="4530173" y="32394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04</a:t>
            </a:r>
            <a:endParaRPr lang="en-US" sz="1333"/>
          </a:p>
        </p:txBody>
      </p:sp>
      <p:sp>
        <p:nvSpPr>
          <p:cNvPr id="235" name="Text 63">
            <a:extLst>
              <a:ext uri="{FF2B5EF4-FFF2-40B4-BE49-F238E27FC236}">
                <a16:creationId xmlns:a16="http://schemas.microsoft.com/office/drawing/2014/main" id="{C723ABDD-4C41-036F-DC33-FF3E3AD782E0}"/>
              </a:ext>
            </a:extLst>
          </p:cNvPr>
          <p:cNvSpPr/>
          <p:nvPr/>
        </p:nvSpPr>
        <p:spPr>
          <a:xfrm>
            <a:off x="5124533" y="32394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Commercial Viability</a:t>
            </a:r>
            <a:endParaRPr lang="en-US" sz="1333"/>
          </a:p>
        </p:txBody>
      </p:sp>
      <p:sp>
        <p:nvSpPr>
          <p:cNvPr id="236" name="Text 64">
            <a:extLst>
              <a:ext uri="{FF2B5EF4-FFF2-40B4-BE49-F238E27FC236}">
                <a16:creationId xmlns:a16="http://schemas.microsoft.com/office/drawing/2014/main" id="{72C14E19-6F5D-A0F9-C973-D92774137CFA}"/>
              </a:ext>
            </a:extLst>
          </p:cNvPr>
          <p:cNvSpPr/>
          <p:nvPr/>
        </p:nvSpPr>
        <p:spPr>
          <a:xfrm>
            <a:off x="4530173" y="369660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i="1">
                <a:solidFill>
                  <a:srgbClr val="8B1D1F"/>
                </a:solidFill>
                <a:ea typeface="Calibri" pitchFamily="34" charset="-122"/>
                <a:cs typeface="Calibri" pitchFamily="34" charset="-120"/>
              </a:rPr>
              <a:t>Does the price work for the customer AND deliver DEL's hurdle return?</a:t>
            </a:r>
            <a:endParaRPr lang="en-US" sz="1000"/>
          </a:p>
        </p:txBody>
      </p:sp>
      <p:sp>
        <p:nvSpPr>
          <p:cNvPr id="237" name="Text 65">
            <a:extLst>
              <a:ext uri="{FF2B5EF4-FFF2-40B4-BE49-F238E27FC236}">
                <a16:creationId xmlns:a16="http://schemas.microsoft.com/office/drawing/2014/main" id="{8109AE90-098E-7F79-58EF-13641A9D731F}"/>
              </a:ext>
            </a:extLst>
          </p:cNvPr>
          <p:cNvSpPr/>
          <p:nvPr/>
        </p:nvSpPr>
        <p:spPr>
          <a:xfrm>
            <a:off x="4530173" y="4044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1" b="1">
                <a:solidFill>
                  <a:srgbClr val="1F5130"/>
                </a:solidFill>
              </a:rPr>
              <a:t>PASS IF: </a:t>
            </a:r>
            <a:r>
              <a:rPr lang="en-US" sz="951">
                <a:solidFill>
                  <a:srgbClr val="2A2F2C"/>
                </a:solidFill>
              </a:rPr>
              <a:t>Tariff at least 10% below customer's alternative (diesel) AND project IRR meets DEL hurdle in base case.</a:t>
            </a:r>
            <a:endParaRPr lang="en-US" sz="951"/>
          </a:p>
        </p:txBody>
      </p:sp>
      <p:sp>
        <p:nvSpPr>
          <p:cNvPr id="238" name="Text 66">
            <a:extLst>
              <a:ext uri="{FF2B5EF4-FFF2-40B4-BE49-F238E27FC236}">
                <a16:creationId xmlns:a16="http://schemas.microsoft.com/office/drawing/2014/main" id="{4C31D5A5-B007-E108-D731-6C804264FA45}"/>
              </a:ext>
            </a:extLst>
          </p:cNvPr>
          <p:cNvSpPr/>
          <p:nvPr/>
        </p:nvSpPr>
        <p:spPr>
          <a:xfrm>
            <a:off x="4530173" y="44281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1" b="1" kern="0" spc="100">
                <a:solidFill>
                  <a:srgbClr val="C79A2E"/>
                </a:solidFill>
              </a:rPr>
              <a:t>EVIDENCE:  </a:t>
            </a:r>
            <a:r>
              <a:rPr lang="en-US" sz="851" i="1">
                <a:solidFill>
                  <a:srgbClr val="6B7570"/>
                </a:solidFill>
              </a:rPr>
              <a:t>Tariff model · alt-cost benchmark · IRR model</a:t>
            </a:r>
            <a:endParaRPr lang="en-US" sz="851"/>
          </a:p>
        </p:txBody>
      </p:sp>
      <p:sp>
        <p:nvSpPr>
          <p:cNvPr id="239" name="Shape 75">
            <a:extLst>
              <a:ext uri="{FF2B5EF4-FFF2-40B4-BE49-F238E27FC236}">
                <a16:creationId xmlns:a16="http://schemas.microsoft.com/office/drawing/2014/main" id="{EBE9558A-415A-DDA6-A5D8-495EE1FEE65E}"/>
              </a:ext>
            </a:extLst>
          </p:cNvPr>
          <p:cNvSpPr/>
          <p:nvPr/>
        </p:nvSpPr>
        <p:spPr>
          <a:xfrm>
            <a:off x="8212208" y="1644947"/>
            <a:ext cx="37033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FD8"/>
            </a:solidFill>
            <a:prstDash val="solid"/>
          </a:ln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0" name="Shape 76">
            <a:extLst>
              <a:ext uri="{FF2B5EF4-FFF2-40B4-BE49-F238E27FC236}">
                <a16:creationId xmlns:a16="http://schemas.microsoft.com/office/drawing/2014/main" id="{188B6336-9341-9CA7-51EF-3DB93190937E}"/>
              </a:ext>
            </a:extLst>
          </p:cNvPr>
          <p:cNvSpPr/>
          <p:nvPr/>
        </p:nvSpPr>
        <p:spPr>
          <a:xfrm>
            <a:off x="8212208" y="1644947"/>
            <a:ext cx="82296" cy="1481328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1" name="Shape 77">
            <a:extLst>
              <a:ext uri="{FF2B5EF4-FFF2-40B4-BE49-F238E27FC236}">
                <a16:creationId xmlns:a16="http://schemas.microsoft.com/office/drawing/2014/main" id="{5D840D9E-08B8-E51E-AE99-3F7733068DA5}"/>
              </a:ext>
            </a:extLst>
          </p:cNvPr>
          <p:cNvSpPr/>
          <p:nvPr/>
        </p:nvSpPr>
        <p:spPr>
          <a:xfrm>
            <a:off x="8294504" y="1644947"/>
            <a:ext cx="3621024" cy="384048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2" name="Text 78">
            <a:extLst>
              <a:ext uri="{FF2B5EF4-FFF2-40B4-BE49-F238E27FC236}">
                <a16:creationId xmlns:a16="http://schemas.microsoft.com/office/drawing/2014/main" id="{E80B9E24-23F3-4EA7-4D2E-19B7F10E8478}"/>
              </a:ext>
            </a:extLst>
          </p:cNvPr>
          <p:cNvSpPr/>
          <p:nvPr/>
        </p:nvSpPr>
        <p:spPr>
          <a:xfrm>
            <a:off x="8395088" y="1644947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05</a:t>
            </a:r>
            <a:endParaRPr lang="en-US" sz="1333"/>
          </a:p>
        </p:txBody>
      </p:sp>
      <p:sp>
        <p:nvSpPr>
          <p:cNvPr id="243" name="Text 79">
            <a:extLst>
              <a:ext uri="{FF2B5EF4-FFF2-40B4-BE49-F238E27FC236}">
                <a16:creationId xmlns:a16="http://schemas.microsoft.com/office/drawing/2014/main" id="{8328DE74-985B-FAFA-E153-BE87A1F57BB6}"/>
              </a:ext>
            </a:extLst>
          </p:cNvPr>
          <p:cNvSpPr/>
          <p:nvPr/>
        </p:nvSpPr>
        <p:spPr>
          <a:xfrm>
            <a:off x="8989448" y="1644947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Strategic Alignment</a:t>
            </a:r>
            <a:endParaRPr lang="en-US" sz="1333"/>
          </a:p>
        </p:txBody>
      </p:sp>
      <p:sp>
        <p:nvSpPr>
          <p:cNvPr id="244" name="Text 80">
            <a:extLst>
              <a:ext uri="{FF2B5EF4-FFF2-40B4-BE49-F238E27FC236}">
                <a16:creationId xmlns:a16="http://schemas.microsoft.com/office/drawing/2014/main" id="{371F16B1-BD29-AD17-CFB2-21A9505E25C1}"/>
              </a:ext>
            </a:extLst>
          </p:cNvPr>
          <p:cNvSpPr/>
          <p:nvPr/>
        </p:nvSpPr>
        <p:spPr>
          <a:xfrm>
            <a:off x="8395088" y="2102147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i="1">
                <a:solidFill>
                  <a:srgbClr val="8B1D1F"/>
                </a:solidFill>
                <a:ea typeface="Calibri" pitchFamily="34" charset="-122"/>
                <a:cs typeface="Calibri" pitchFamily="34" charset="-120"/>
              </a:rPr>
              <a:t>Does this deal fit DEL's mandate, geography, and platform thesis?</a:t>
            </a:r>
            <a:endParaRPr lang="en-US" sz="1000"/>
          </a:p>
        </p:txBody>
      </p:sp>
      <p:sp>
        <p:nvSpPr>
          <p:cNvPr id="245" name="Text 81">
            <a:extLst>
              <a:ext uri="{FF2B5EF4-FFF2-40B4-BE49-F238E27FC236}">
                <a16:creationId xmlns:a16="http://schemas.microsoft.com/office/drawing/2014/main" id="{3393AEE1-B7B8-F146-FF55-CD135CB35EAA}"/>
              </a:ext>
            </a:extLst>
          </p:cNvPr>
          <p:cNvSpPr/>
          <p:nvPr/>
        </p:nvSpPr>
        <p:spPr>
          <a:xfrm>
            <a:off x="8395088" y="2449619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1" b="1">
                <a:solidFill>
                  <a:srgbClr val="1F5130"/>
                </a:solidFill>
              </a:rPr>
              <a:t>PASS IF: </a:t>
            </a:r>
            <a:r>
              <a:rPr lang="en-US" sz="951">
                <a:solidFill>
                  <a:srgbClr val="2A2F2C"/>
                </a:solidFill>
              </a:rPr>
              <a:t>Within gas/power/adjacent infrastructure; Nigeria or West Africa footprint; demonstrably builds the DEL platform.</a:t>
            </a:r>
            <a:endParaRPr lang="en-US" sz="951"/>
          </a:p>
        </p:txBody>
      </p:sp>
      <p:sp>
        <p:nvSpPr>
          <p:cNvPr id="246" name="Text 82">
            <a:extLst>
              <a:ext uri="{FF2B5EF4-FFF2-40B4-BE49-F238E27FC236}">
                <a16:creationId xmlns:a16="http://schemas.microsoft.com/office/drawing/2014/main" id="{A2FAECDE-B5C6-9AFA-D7F4-350FF32A7B64}"/>
              </a:ext>
            </a:extLst>
          </p:cNvPr>
          <p:cNvSpPr/>
          <p:nvPr/>
        </p:nvSpPr>
        <p:spPr>
          <a:xfrm>
            <a:off x="8395088" y="2833667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1" b="1" kern="0" spc="100">
                <a:solidFill>
                  <a:srgbClr val="C79A2E"/>
                </a:solidFill>
              </a:rPr>
              <a:t>EVIDENCE:  </a:t>
            </a:r>
            <a:r>
              <a:rPr lang="en-US" sz="851" i="1">
                <a:solidFill>
                  <a:srgbClr val="6B7570"/>
                </a:solidFill>
              </a:rPr>
              <a:t>Strategy fit memo · portfolio map</a:t>
            </a:r>
            <a:endParaRPr lang="en-US" sz="85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7F8E0E-0535-7475-D8D9-46D26D2261D2}"/>
              </a:ext>
            </a:extLst>
          </p:cNvPr>
          <p:cNvSpPr/>
          <p:nvPr/>
        </p:nvSpPr>
        <p:spPr>
          <a:xfrm>
            <a:off x="438070" y="5032137"/>
            <a:ext cx="4934089" cy="1498434"/>
          </a:xfrm>
          <a:prstGeom prst="rect">
            <a:avLst/>
          </a:prstGeom>
          <a:solidFill>
            <a:srgbClr val="E4F0E5"/>
          </a:solidFill>
          <a:ln w="6350" cap="flat" cmpd="sng" algn="ctr">
            <a:solidFill>
              <a:srgbClr val="D5DC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0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47E976-F515-E8CC-1F8B-F9036E90ACD2}"/>
              </a:ext>
            </a:extLst>
          </p:cNvPr>
          <p:cNvSpPr/>
          <p:nvPr/>
        </p:nvSpPr>
        <p:spPr>
          <a:xfrm>
            <a:off x="438070" y="5032137"/>
            <a:ext cx="4934089" cy="366284"/>
          </a:xfrm>
          <a:prstGeom prst="rect">
            <a:avLst/>
          </a:prstGeom>
          <a:solidFill>
            <a:srgbClr val="2E7D3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000" b="1">
                <a:solidFill>
                  <a:srgbClr val="FFFFFF"/>
                </a:solidFill>
                <a:ea typeface="Calibri"/>
                <a:cs typeface="Calibri"/>
              </a:rPr>
              <a:t>▶  IF ALL 5 GATES PASS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65544-A53A-1FC7-266A-8603CE0698BE}"/>
              </a:ext>
            </a:extLst>
          </p:cNvPr>
          <p:cNvSpPr txBox="1"/>
          <p:nvPr/>
        </p:nvSpPr>
        <p:spPr>
          <a:xfrm>
            <a:off x="604562" y="5498316"/>
            <a:ext cx="4767597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ea typeface="Calibri"/>
                <a:cs typeface="Calibri"/>
              </a:rPr>
              <a:t>Proceed to Stage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1853B-8C14-1AB9-FA45-107BC6215960}"/>
              </a:ext>
            </a:extLst>
          </p:cNvPr>
          <p:cNvSpPr txBox="1"/>
          <p:nvPr/>
        </p:nvSpPr>
        <p:spPr>
          <a:xfrm>
            <a:off x="604562" y="5798003"/>
            <a:ext cx="4666301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ea typeface="Calibri"/>
                <a:cs typeface="Calibri"/>
              </a:rPr>
              <a:t>Deal advances to weighted 5-pillar scoring with full evidence pack and screening memo. Estimated 5–7 business days to scored output.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5334FD-6EBC-A19C-A7EB-D4CA5EE28CF9}"/>
              </a:ext>
            </a:extLst>
          </p:cNvPr>
          <p:cNvSpPr/>
          <p:nvPr/>
        </p:nvSpPr>
        <p:spPr>
          <a:xfrm>
            <a:off x="5538651" y="5031286"/>
            <a:ext cx="4421778" cy="1498434"/>
          </a:xfrm>
          <a:prstGeom prst="rect">
            <a:avLst/>
          </a:prstGeom>
          <a:solidFill>
            <a:srgbClr val="FBEFEF"/>
          </a:solidFill>
          <a:ln w="6350" cap="flat" cmpd="sng" algn="ctr">
            <a:solidFill>
              <a:srgbClr val="D5DC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CBDA31-50CF-6FCE-CA9C-455F28B88F89}"/>
              </a:ext>
            </a:extLst>
          </p:cNvPr>
          <p:cNvSpPr/>
          <p:nvPr/>
        </p:nvSpPr>
        <p:spPr>
          <a:xfrm>
            <a:off x="5538651" y="5031286"/>
            <a:ext cx="4421778" cy="366284"/>
          </a:xfrm>
          <a:prstGeom prst="rect">
            <a:avLst/>
          </a:prstGeom>
          <a:solidFill>
            <a:srgbClr val="7A1F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000" b="1">
                <a:solidFill>
                  <a:srgbClr val="FFFFFF"/>
                </a:solidFill>
                <a:ea typeface="Calibri"/>
                <a:cs typeface="Calibri"/>
              </a:rPr>
              <a:t>✕  IF ANY GATE FAILS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35A40-F59B-EAE2-4E2A-BCC734C7A97A}"/>
              </a:ext>
            </a:extLst>
          </p:cNvPr>
          <p:cNvSpPr txBox="1"/>
          <p:nvPr/>
        </p:nvSpPr>
        <p:spPr>
          <a:xfrm>
            <a:off x="5538651" y="5497465"/>
            <a:ext cx="3450798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ea typeface="Calibri"/>
                <a:cs typeface="Calibri"/>
              </a:rPr>
              <a:t>Automatic NO-GO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550349-D165-513C-ED20-CF69D6DD199D}"/>
              </a:ext>
            </a:extLst>
          </p:cNvPr>
          <p:cNvSpPr txBox="1"/>
          <p:nvPr/>
        </p:nvSpPr>
        <p:spPr>
          <a:xfrm>
            <a:off x="5538652" y="5797152"/>
            <a:ext cx="3366976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ea typeface="Calibri"/>
                <a:cs typeface="Calibri"/>
              </a:rPr>
              <a:t>Deal formally declined and logged. Decline letter issued; rationale archived for audit trail.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E839C9-904B-F8A0-1385-14910C7F744D}"/>
              </a:ext>
            </a:extLst>
          </p:cNvPr>
          <p:cNvCxnSpPr/>
          <p:nvPr/>
        </p:nvCxnSpPr>
        <p:spPr>
          <a:xfrm>
            <a:off x="438069" y="4878975"/>
            <a:ext cx="1147745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325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665C9-7E29-39C5-23B6-B877DC567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B099404C-6C3B-086D-8357-DD81A6757AF8}"/>
              </a:ext>
            </a:extLst>
          </p:cNvPr>
          <p:cNvSpPr txBox="1"/>
          <p:nvPr/>
        </p:nvSpPr>
        <p:spPr>
          <a:xfrm>
            <a:off x="358129" y="160493"/>
            <a:ext cx="9960457" cy="5070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2200" b="1" noProof="0">
                <a:solidFill>
                  <a:srgbClr val="054D4D"/>
                </a:solidFill>
                <a:cs typeface="Arial" panose="020B0604020202020204" pitchFamily="34" charset="0"/>
              </a:rPr>
              <a:t>PROJECT SCREENING FRAMEWORK</a:t>
            </a:r>
          </a:p>
        </p:txBody>
      </p:sp>
      <p:sp>
        <p:nvSpPr>
          <p:cNvPr id="123" name="Text 2">
            <a:extLst>
              <a:ext uri="{FF2B5EF4-FFF2-40B4-BE49-F238E27FC236}">
                <a16:creationId xmlns:a16="http://schemas.microsoft.com/office/drawing/2014/main" id="{0876AB88-B089-E3AC-72E1-4E761A5984B2}"/>
              </a:ext>
            </a:extLst>
          </p:cNvPr>
          <p:cNvSpPr/>
          <p:nvPr/>
        </p:nvSpPr>
        <p:spPr>
          <a:xfrm>
            <a:off x="472115" y="645782"/>
            <a:ext cx="11338560" cy="318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noProof="0" dirty="0">
                <a:solidFill>
                  <a:srgbClr val="4A5568"/>
                </a:solidFill>
                <a:cs typeface="Arial" panose="020B0604020202020204" pitchFamily="34" charset="0"/>
              </a:rPr>
              <a:t>The five pillars – Weightings and Scoring Mechanics</a:t>
            </a:r>
          </a:p>
        </p:txBody>
      </p:sp>
      <p:sp>
        <p:nvSpPr>
          <p:cNvPr id="124" name="Shape 3">
            <a:extLst>
              <a:ext uri="{FF2B5EF4-FFF2-40B4-BE49-F238E27FC236}">
                <a16:creationId xmlns:a16="http://schemas.microsoft.com/office/drawing/2014/main" id="{158174D8-AC33-31BA-FDF9-CA0D33D2E542}"/>
              </a:ext>
            </a:extLst>
          </p:cNvPr>
          <p:cNvSpPr/>
          <p:nvPr/>
        </p:nvSpPr>
        <p:spPr>
          <a:xfrm>
            <a:off x="438994" y="930402"/>
            <a:ext cx="11338560" cy="0"/>
          </a:xfrm>
          <a:prstGeom prst="line">
            <a:avLst/>
          </a:prstGeom>
          <a:noFill/>
          <a:ln w="10160">
            <a:solidFill>
              <a:srgbClr val="1A9E9E"/>
            </a:solidFill>
            <a:prstDash val="solid"/>
          </a:ln>
        </p:spPr>
        <p:txBody>
          <a:bodyPr/>
          <a:lstStyle/>
          <a:p>
            <a:endParaRPr lang="en-GB" sz="2400" noProof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8ADAA58E-DC66-FBE8-5E37-AEE083784A55}"/>
              </a:ext>
            </a:extLst>
          </p:cNvPr>
          <p:cNvSpPr/>
          <p:nvPr/>
        </p:nvSpPr>
        <p:spPr>
          <a:xfrm>
            <a:off x="438994" y="967585"/>
            <a:ext cx="11539728" cy="180887"/>
          </a:xfrm>
          <a:prstGeom prst="rect">
            <a:avLst/>
          </a:prstGeom>
          <a:solidFill>
            <a:srgbClr val="F4F6F8"/>
          </a:solidFill>
          <a:ln w="7620">
            <a:solidFill>
              <a:srgbClr val="D9E2E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80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purpose of this mechanics is to establish a structured “Go / Conditional / No-Go” pre-investment screen for project opportunities by testing commercial strength, technical deliverability, regulatory risk, financial returns and fundability on a common 1–5 scale.</a:t>
            </a:r>
            <a:endParaRPr lang="en-US" sz="80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446B07A-D2C3-32F6-4453-2B013379B88C}"/>
              </a:ext>
            </a:extLst>
          </p:cNvPr>
          <p:cNvSpPr/>
          <p:nvPr/>
        </p:nvSpPr>
        <p:spPr>
          <a:xfrm>
            <a:off x="438994" y="1228202"/>
            <a:ext cx="2852928" cy="21031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HOW THE FRAMEWORK WORKS</a:t>
            </a:r>
            <a:endParaRPr lang="en-US" sz="85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1A2BA6C8-6491-6A62-6C6B-91FFA555C55B}"/>
              </a:ext>
            </a:extLst>
          </p:cNvPr>
          <p:cNvSpPr/>
          <p:nvPr/>
        </p:nvSpPr>
        <p:spPr>
          <a:xfrm>
            <a:off x="438994" y="1493378"/>
            <a:ext cx="2852928" cy="4389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7620">
            <a:solidFill>
              <a:srgbClr val="D9E2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scale: </a:t>
            </a:r>
            <a:r>
              <a:rPr lang="en-US" sz="75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= Excellent / fully de-risked; 4 = good; 3 = moderate / manageable; 2 = poor; 1 = very poor / deal-breaker.</a:t>
            </a:r>
            <a:endParaRPr lang="en-US" sz="75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617C96BE-6E24-F93D-B09E-22BD480BBD34}"/>
              </a:ext>
            </a:extLst>
          </p:cNvPr>
          <p:cNvSpPr/>
          <p:nvPr/>
        </p:nvSpPr>
        <p:spPr>
          <a:xfrm>
            <a:off x="438994" y="200544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Pillar weighting &amp; pass gates (as drafted)</a:t>
            </a:r>
            <a:endParaRPr lang="en-US" sz="80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1A2FE738-9203-5CE2-2B0A-E08E0CBB0DAF}"/>
              </a:ext>
            </a:extLst>
          </p:cNvPr>
          <p:cNvSpPr/>
          <p:nvPr/>
        </p:nvSpPr>
        <p:spPr>
          <a:xfrm>
            <a:off x="438994" y="2234042"/>
            <a:ext cx="256032" cy="29260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0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78EDAEBB-8749-AAD9-35FA-A77C126D1BBF}"/>
              </a:ext>
            </a:extLst>
          </p:cNvPr>
          <p:cNvSpPr/>
          <p:nvPr/>
        </p:nvSpPr>
        <p:spPr>
          <a:xfrm>
            <a:off x="731602" y="2234042"/>
            <a:ext cx="114300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viability</a:t>
            </a:r>
            <a:endParaRPr lang="en-US" sz="74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08704856-399F-A2FD-F2CB-31CFBCB099E0}"/>
              </a:ext>
            </a:extLst>
          </p:cNvPr>
          <p:cNvSpPr/>
          <p:nvPr/>
        </p:nvSpPr>
        <p:spPr>
          <a:xfrm>
            <a:off x="1920322" y="2234042"/>
            <a:ext cx="32004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750">
              <a:solidFill>
                <a:srgbClr val="002060"/>
              </a:solidFill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945B601E-BEB4-F708-6CD7-BE2647BBF4F8}"/>
              </a:ext>
            </a:extLst>
          </p:cNvPr>
          <p:cNvSpPr/>
          <p:nvPr/>
        </p:nvSpPr>
        <p:spPr>
          <a:xfrm>
            <a:off x="2286082" y="2234042"/>
            <a:ext cx="86868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5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≥3.5 + credit ≥3</a:t>
            </a:r>
            <a:endParaRPr lang="en-US" sz="65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D599270A-7302-AA46-634C-0C4F2D4B1956}"/>
              </a:ext>
            </a:extLst>
          </p:cNvPr>
          <p:cNvSpPr/>
          <p:nvPr/>
        </p:nvSpPr>
        <p:spPr>
          <a:xfrm>
            <a:off x="438994" y="2590658"/>
            <a:ext cx="256032" cy="29260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00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5B9FAD8C-1590-7C2E-A726-5EB0834AB3AD}"/>
              </a:ext>
            </a:extLst>
          </p:cNvPr>
          <p:cNvSpPr/>
          <p:nvPr/>
        </p:nvSpPr>
        <p:spPr>
          <a:xfrm>
            <a:off x="731602" y="2590658"/>
            <a:ext cx="114300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viability</a:t>
            </a:r>
            <a:endParaRPr lang="en-US" sz="74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3D6DC884-D066-8CE0-291C-79D5EA34D9B0}"/>
              </a:ext>
            </a:extLst>
          </p:cNvPr>
          <p:cNvSpPr/>
          <p:nvPr/>
        </p:nvSpPr>
        <p:spPr>
          <a:xfrm>
            <a:off x="1920322" y="2590658"/>
            <a:ext cx="32004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750">
              <a:solidFill>
                <a:srgbClr val="002060"/>
              </a:solidFill>
            </a:endParaRP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5EA41BFD-46EE-79D9-F9A8-5CDB84E7FCB4}"/>
              </a:ext>
            </a:extLst>
          </p:cNvPr>
          <p:cNvSpPr/>
          <p:nvPr/>
        </p:nvSpPr>
        <p:spPr>
          <a:xfrm>
            <a:off x="2286082" y="2590658"/>
            <a:ext cx="86868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5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≥3.5</a:t>
            </a:r>
            <a:endParaRPr lang="en-US" sz="650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4BD9C118-1074-7293-7353-80B8DA2F2153}"/>
              </a:ext>
            </a:extLst>
          </p:cNvPr>
          <p:cNvSpPr/>
          <p:nvPr/>
        </p:nvSpPr>
        <p:spPr>
          <a:xfrm>
            <a:off x="438994" y="2947274"/>
            <a:ext cx="256032" cy="29260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00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4EA3CCE1-2048-19B2-C80E-C7B7466ADA9F}"/>
              </a:ext>
            </a:extLst>
          </p:cNvPr>
          <p:cNvSpPr/>
          <p:nvPr/>
        </p:nvSpPr>
        <p:spPr>
          <a:xfrm>
            <a:off x="731602" y="2947274"/>
            <a:ext cx="114300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&amp; regulatory</a:t>
            </a:r>
            <a:endParaRPr lang="en-US" sz="740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3D3B4543-575F-ECD7-703C-DE6B6607DDF4}"/>
              </a:ext>
            </a:extLst>
          </p:cNvPr>
          <p:cNvSpPr/>
          <p:nvPr/>
        </p:nvSpPr>
        <p:spPr>
          <a:xfrm>
            <a:off x="1920322" y="2947274"/>
            <a:ext cx="32004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750">
              <a:solidFill>
                <a:srgbClr val="002060"/>
              </a:solidFill>
            </a:endParaRP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129FE421-9038-423D-474F-1C562D8D5DDA}"/>
              </a:ext>
            </a:extLst>
          </p:cNvPr>
          <p:cNvSpPr/>
          <p:nvPr/>
        </p:nvSpPr>
        <p:spPr>
          <a:xfrm>
            <a:off x="2286082" y="2947274"/>
            <a:ext cx="86868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5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≥3.5</a:t>
            </a:r>
            <a:endParaRPr lang="en-US" sz="650"/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DA6F27A7-424D-F824-F19B-C6C2F103531F}"/>
              </a:ext>
            </a:extLst>
          </p:cNvPr>
          <p:cNvSpPr/>
          <p:nvPr/>
        </p:nvSpPr>
        <p:spPr>
          <a:xfrm>
            <a:off x="438994" y="3303890"/>
            <a:ext cx="256032" cy="29260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D</a:t>
            </a:r>
            <a:endParaRPr lang="en-US" sz="900" dirty="0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DFC82B78-DD20-5DF0-A25B-EE5883D64E9F}"/>
              </a:ext>
            </a:extLst>
          </p:cNvPr>
          <p:cNvSpPr/>
          <p:nvPr/>
        </p:nvSpPr>
        <p:spPr>
          <a:xfrm>
            <a:off x="731602" y="3303890"/>
            <a:ext cx="114300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attractiveness</a:t>
            </a:r>
            <a:endParaRPr lang="en-US" sz="740"/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597D6E5F-6AA6-13DF-E4D2-2C647202AB3B}"/>
              </a:ext>
            </a:extLst>
          </p:cNvPr>
          <p:cNvSpPr/>
          <p:nvPr/>
        </p:nvSpPr>
        <p:spPr>
          <a:xfrm>
            <a:off x="1920322" y="3303890"/>
            <a:ext cx="32004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750">
              <a:solidFill>
                <a:srgbClr val="002060"/>
              </a:solidFill>
            </a:endParaRPr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B70AC768-0E9C-EB65-D8EC-A32B62252211}"/>
              </a:ext>
            </a:extLst>
          </p:cNvPr>
          <p:cNvSpPr/>
          <p:nvPr/>
        </p:nvSpPr>
        <p:spPr>
          <a:xfrm>
            <a:off x="2286082" y="3303890"/>
            <a:ext cx="86868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5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≥3.5 + IRR/DSCR</a:t>
            </a:r>
            <a:endParaRPr lang="en-US" sz="650"/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867096B2-9C53-D813-9458-1FBFFF2979D1}"/>
              </a:ext>
            </a:extLst>
          </p:cNvPr>
          <p:cNvSpPr/>
          <p:nvPr/>
        </p:nvSpPr>
        <p:spPr>
          <a:xfrm>
            <a:off x="438994" y="3660506"/>
            <a:ext cx="256032" cy="29260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900" dirty="0"/>
          </a:p>
        </p:txBody>
      </p:sp>
      <p:sp>
        <p:nvSpPr>
          <p:cNvPr id="23" name="Text 25">
            <a:extLst>
              <a:ext uri="{FF2B5EF4-FFF2-40B4-BE49-F238E27FC236}">
                <a16:creationId xmlns:a16="http://schemas.microsoft.com/office/drawing/2014/main" id="{504ACB33-68B7-E800-F1FE-0A5966984744}"/>
              </a:ext>
            </a:extLst>
          </p:cNvPr>
          <p:cNvSpPr/>
          <p:nvPr/>
        </p:nvSpPr>
        <p:spPr>
          <a:xfrm>
            <a:off x="731602" y="3660506"/>
            <a:ext cx="114300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Ability to fund</a:t>
            </a:r>
            <a:endParaRPr lang="en-US" sz="740"/>
          </a:p>
        </p:txBody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77731DE0-5208-F641-B488-A39612C317D2}"/>
              </a:ext>
            </a:extLst>
          </p:cNvPr>
          <p:cNvSpPr/>
          <p:nvPr/>
        </p:nvSpPr>
        <p:spPr>
          <a:xfrm>
            <a:off x="1920322" y="3660506"/>
            <a:ext cx="32004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750">
              <a:solidFill>
                <a:srgbClr val="002060"/>
              </a:solidFill>
            </a:endParaRPr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BC9E7084-113B-E3A2-92B9-0A396A2C8F73}"/>
              </a:ext>
            </a:extLst>
          </p:cNvPr>
          <p:cNvSpPr/>
          <p:nvPr/>
        </p:nvSpPr>
        <p:spPr>
          <a:xfrm>
            <a:off x="2286082" y="3660506"/>
            <a:ext cx="86868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5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≥3.0 + equity/debt ≥3</a:t>
            </a:r>
            <a:endParaRPr lang="en-US" sz="650"/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E9FA3D55-ACAC-9FEB-71DC-FEABFB290758}"/>
              </a:ext>
            </a:extLst>
          </p:cNvPr>
          <p:cNvSpPr/>
          <p:nvPr/>
        </p:nvSpPr>
        <p:spPr>
          <a:xfrm>
            <a:off x="429850" y="4245722"/>
            <a:ext cx="2724912" cy="5852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7620">
            <a:solidFill>
              <a:srgbClr val="D9E2E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output: </a:t>
            </a:r>
            <a:r>
              <a:rPr lang="en-US" sz="72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decision is made based on the total weighted score, but all mandatory requirements must still be met.</a:t>
            </a:r>
            <a:endParaRPr lang="en-US" sz="720"/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0AFA8C49-FB88-EA07-BD6B-70152E6F550B}"/>
              </a:ext>
            </a:extLst>
          </p:cNvPr>
          <p:cNvSpPr/>
          <p:nvPr/>
        </p:nvSpPr>
        <p:spPr>
          <a:xfrm>
            <a:off x="3493090" y="1228202"/>
            <a:ext cx="5248656" cy="21031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MANAGEMENT LENS — WHAT MUST BE TRUE</a:t>
            </a:r>
            <a:endParaRPr lang="en-US" sz="850"/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8FA48FCA-F717-2969-B77B-0A396F252DC8}"/>
              </a:ext>
            </a:extLst>
          </p:cNvPr>
          <p:cNvSpPr/>
          <p:nvPr/>
        </p:nvSpPr>
        <p:spPr>
          <a:xfrm>
            <a:off x="3493090" y="1493378"/>
            <a:ext cx="292608" cy="585216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00"/>
          </a:p>
        </p:txBody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B05F1559-078D-640F-175E-43C41914AD9F}"/>
              </a:ext>
            </a:extLst>
          </p:cNvPr>
          <p:cNvSpPr/>
          <p:nvPr/>
        </p:nvSpPr>
        <p:spPr>
          <a:xfrm>
            <a:off x="3840562" y="1511666"/>
            <a:ext cx="1399032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</a:t>
            </a:r>
            <a:endParaRPr lang="en-US" sz="850">
              <a:solidFill>
                <a:srgbClr val="002060"/>
              </a:solidFill>
            </a:endParaRPr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15D339B6-218E-718F-2F7B-B21DFA3BFA24}"/>
              </a:ext>
            </a:extLst>
          </p:cNvPr>
          <p:cNvSpPr/>
          <p:nvPr/>
        </p:nvSpPr>
        <p:spPr>
          <a:xfrm>
            <a:off x="5294458" y="1511666"/>
            <a:ext cx="3401568" cy="3108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counterparty; guaranteed minimum offtake; tariff cheaper than diesel/grid benchmark; durable contract; EBITDA margin; demand data; scalable platform.</a:t>
            </a:r>
            <a:endParaRPr lang="en-US" sz="700"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F9867C26-F2A8-B881-144C-86EFE44BE34F}"/>
              </a:ext>
            </a:extLst>
          </p:cNvPr>
          <p:cNvSpPr/>
          <p:nvPr/>
        </p:nvSpPr>
        <p:spPr>
          <a:xfrm>
            <a:off x="3840562" y="1840850"/>
            <a:ext cx="4864608" cy="2194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20" i="1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credit bureau, audited financials, bank refs, signed PPA/GSA, volume commitments, load study, pipeline map.</a:t>
            </a:r>
            <a:endParaRPr lang="en-US" sz="620"/>
          </a:p>
        </p:txBody>
      </p:sp>
      <p:sp>
        <p:nvSpPr>
          <p:cNvPr id="33" name="Text 35">
            <a:extLst>
              <a:ext uri="{FF2B5EF4-FFF2-40B4-BE49-F238E27FC236}">
                <a16:creationId xmlns:a16="http://schemas.microsoft.com/office/drawing/2014/main" id="{F5C13B85-BE46-04DC-9A26-2C5AE1F96CA3}"/>
              </a:ext>
            </a:extLst>
          </p:cNvPr>
          <p:cNvSpPr/>
          <p:nvPr/>
        </p:nvSpPr>
        <p:spPr>
          <a:xfrm>
            <a:off x="3493090" y="2197466"/>
            <a:ext cx="292608" cy="585216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00"/>
          </a:p>
        </p:txBody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8FA3B395-5EEE-B13A-8B9D-F07CFD92337A}"/>
              </a:ext>
            </a:extLst>
          </p:cNvPr>
          <p:cNvSpPr/>
          <p:nvPr/>
        </p:nvSpPr>
        <p:spPr>
          <a:xfrm>
            <a:off x="3840562" y="2215754"/>
            <a:ext cx="1399032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</a:t>
            </a:r>
            <a:endParaRPr lang="en-US" sz="850">
              <a:solidFill>
                <a:srgbClr val="002060"/>
              </a:solidFill>
            </a:endParaRPr>
          </a:p>
        </p:txBody>
      </p:sp>
      <p:sp>
        <p:nvSpPr>
          <p:cNvPr id="35" name="Text 37">
            <a:extLst>
              <a:ext uri="{FF2B5EF4-FFF2-40B4-BE49-F238E27FC236}">
                <a16:creationId xmlns:a16="http://schemas.microsoft.com/office/drawing/2014/main" id="{54A7576D-1083-BDB6-C0BA-D3F3DEE16A14}"/>
              </a:ext>
            </a:extLst>
          </p:cNvPr>
          <p:cNvSpPr/>
          <p:nvPr/>
        </p:nvSpPr>
        <p:spPr>
          <a:xfrm>
            <a:off x="5294458" y="2215754"/>
            <a:ext cx="3401568" cy="3108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technology; reliable gas/fuel supply; EPC capacity; O&amp;M/LTSA; confirmed site and interconnection capacity.</a:t>
            </a:r>
            <a:endParaRPr lang="en-US" sz="700"/>
          </a:p>
        </p:txBody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259BB070-F271-CE3A-84A7-B3563D885E93}"/>
              </a:ext>
            </a:extLst>
          </p:cNvPr>
          <p:cNvSpPr/>
          <p:nvPr/>
        </p:nvSpPr>
        <p:spPr>
          <a:xfrm>
            <a:off x="3840562" y="2544938"/>
            <a:ext cx="4864608" cy="2194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20" i="1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OEM references/site visits, GSA or allocation, EPC contract/LDs, O&amp;M plan, interconnection study and Disco/NGMC/TCN confirmation.</a:t>
            </a:r>
            <a:endParaRPr lang="en-US" sz="620"/>
          </a:p>
        </p:txBody>
      </p:sp>
      <p:sp>
        <p:nvSpPr>
          <p:cNvPr id="37" name="Text 39">
            <a:extLst>
              <a:ext uri="{FF2B5EF4-FFF2-40B4-BE49-F238E27FC236}">
                <a16:creationId xmlns:a16="http://schemas.microsoft.com/office/drawing/2014/main" id="{BF57025A-1745-F2E6-5A3C-AA3392F857C8}"/>
              </a:ext>
            </a:extLst>
          </p:cNvPr>
          <p:cNvSpPr/>
          <p:nvPr/>
        </p:nvSpPr>
        <p:spPr>
          <a:xfrm>
            <a:off x="3493090" y="2901554"/>
            <a:ext cx="292608" cy="585216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00"/>
          </a:p>
        </p:txBody>
      </p:sp>
      <p:sp>
        <p:nvSpPr>
          <p:cNvPr id="38" name="Text 40">
            <a:extLst>
              <a:ext uri="{FF2B5EF4-FFF2-40B4-BE49-F238E27FC236}">
                <a16:creationId xmlns:a16="http://schemas.microsoft.com/office/drawing/2014/main" id="{0680477F-D49D-BFF8-FA42-501A2CB13191}"/>
              </a:ext>
            </a:extLst>
          </p:cNvPr>
          <p:cNvSpPr/>
          <p:nvPr/>
        </p:nvSpPr>
        <p:spPr>
          <a:xfrm>
            <a:off x="3840562" y="2919842"/>
            <a:ext cx="1399032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/ Regulatory</a:t>
            </a:r>
            <a:endParaRPr lang="en-US" sz="850">
              <a:solidFill>
                <a:srgbClr val="002060"/>
              </a:solidFill>
            </a:endParaRPr>
          </a:p>
        </p:txBody>
      </p:sp>
      <p:sp>
        <p:nvSpPr>
          <p:cNvPr id="39" name="Text 41">
            <a:extLst>
              <a:ext uri="{FF2B5EF4-FFF2-40B4-BE49-F238E27FC236}">
                <a16:creationId xmlns:a16="http://schemas.microsoft.com/office/drawing/2014/main" id="{4F0E397F-060C-28AC-7F47-C45193BF9A4D}"/>
              </a:ext>
            </a:extLst>
          </p:cNvPr>
          <p:cNvSpPr/>
          <p:nvPr/>
        </p:nvSpPr>
        <p:spPr>
          <a:xfrm>
            <a:off x="5294458" y="2919842"/>
            <a:ext cx="3401568" cy="3108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Licensing path; policy/tariff pass-through; clean land title; community acceptance; ESG alignment; insurable security environment.</a:t>
            </a:r>
            <a:endParaRPr lang="en-US" sz="700"/>
          </a:p>
        </p:txBody>
      </p:sp>
      <p:sp>
        <p:nvSpPr>
          <p:cNvPr id="40" name="Text 42">
            <a:extLst>
              <a:ext uri="{FF2B5EF4-FFF2-40B4-BE49-F238E27FC236}">
                <a16:creationId xmlns:a16="http://schemas.microsoft.com/office/drawing/2014/main" id="{FC89D85B-A4FE-5565-8B70-E8B23A5A432C}"/>
              </a:ext>
            </a:extLst>
          </p:cNvPr>
          <p:cNvSpPr/>
          <p:nvPr/>
        </p:nvSpPr>
        <p:spPr>
          <a:xfrm>
            <a:off x="3840562" y="3249026"/>
            <a:ext cx="4864608" cy="2194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20" i="1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regulatory opinion, permit schedule, title search, community MOU/CDA, ESG gap assessment, insurance/security quotes.</a:t>
            </a:r>
            <a:endParaRPr lang="en-US" sz="620"/>
          </a:p>
        </p:txBody>
      </p:sp>
      <p:sp>
        <p:nvSpPr>
          <p:cNvPr id="41" name="Text 43">
            <a:extLst>
              <a:ext uri="{FF2B5EF4-FFF2-40B4-BE49-F238E27FC236}">
                <a16:creationId xmlns:a16="http://schemas.microsoft.com/office/drawing/2014/main" id="{124F231B-8101-399F-7596-3E9DA1A6505B}"/>
              </a:ext>
            </a:extLst>
          </p:cNvPr>
          <p:cNvSpPr/>
          <p:nvPr/>
        </p:nvSpPr>
        <p:spPr>
          <a:xfrm>
            <a:off x="3493090" y="3605642"/>
            <a:ext cx="292608" cy="585216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D</a:t>
            </a:r>
            <a:endParaRPr lang="en-US" sz="900" dirty="0"/>
          </a:p>
        </p:txBody>
      </p:sp>
      <p:sp>
        <p:nvSpPr>
          <p:cNvPr id="42" name="Text 44">
            <a:extLst>
              <a:ext uri="{FF2B5EF4-FFF2-40B4-BE49-F238E27FC236}">
                <a16:creationId xmlns:a16="http://schemas.microsoft.com/office/drawing/2014/main" id="{9A8FB509-DAFF-A539-8FD8-E42E09967663}"/>
              </a:ext>
            </a:extLst>
          </p:cNvPr>
          <p:cNvSpPr/>
          <p:nvPr/>
        </p:nvSpPr>
        <p:spPr>
          <a:xfrm>
            <a:off x="3840562" y="3623930"/>
            <a:ext cx="1399032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</a:t>
            </a:r>
            <a:endParaRPr lang="en-US" sz="850">
              <a:solidFill>
                <a:srgbClr val="002060"/>
              </a:solidFill>
            </a:endParaRPr>
          </a:p>
        </p:txBody>
      </p:sp>
      <p:sp>
        <p:nvSpPr>
          <p:cNvPr id="43" name="Text 45">
            <a:extLst>
              <a:ext uri="{FF2B5EF4-FFF2-40B4-BE49-F238E27FC236}">
                <a16:creationId xmlns:a16="http://schemas.microsoft.com/office/drawing/2014/main" id="{59916B75-AAE3-CFBB-4936-1AA5FDF9F74A}"/>
              </a:ext>
            </a:extLst>
          </p:cNvPr>
          <p:cNvSpPr/>
          <p:nvPr/>
        </p:nvSpPr>
        <p:spPr>
          <a:xfrm>
            <a:off x="5294458" y="3623930"/>
            <a:ext cx="3401568" cy="3108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IRR, payback and MoM meet hurdle; DSCR/LLCR are bankable; downside case remains resilient; FX exposure is hedged/indexed.</a:t>
            </a:r>
            <a:endParaRPr lang="en-US" sz="700"/>
          </a:p>
        </p:txBody>
      </p:sp>
      <p:sp>
        <p:nvSpPr>
          <p:cNvPr id="44" name="Text 46">
            <a:extLst>
              <a:ext uri="{FF2B5EF4-FFF2-40B4-BE49-F238E27FC236}">
                <a16:creationId xmlns:a16="http://schemas.microsoft.com/office/drawing/2014/main" id="{DB2EAC99-F234-50AD-FA13-A6C26CA400F5}"/>
              </a:ext>
            </a:extLst>
          </p:cNvPr>
          <p:cNvSpPr/>
          <p:nvPr/>
        </p:nvSpPr>
        <p:spPr>
          <a:xfrm>
            <a:off x="3840562" y="3953114"/>
            <a:ext cx="4864608" cy="2194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20" i="1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financial model, cumulative cash-flow analysis, debt sizing, mandatory downside stress, FX exposure map.</a:t>
            </a:r>
            <a:endParaRPr lang="en-US" sz="620"/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BE916433-5646-4F7A-29CB-0FB4FE903A8D}"/>
              </a:ext>
            </a:extLst>
          </p:cNvPr>
          <p:cNvSpPr/>
          <p:nvPr/>
        </p:nvSpPr>
        <p:spPr>
          <a:xfrm>
            <a:off x="3493090" y="4309730"/>
            <a:ext cx="292608" cy="585216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</a:rPr>
              <a:t>E</a:t>
            </a:r>
            <a:endParaRPr lang="en-US" sz="900" dirty="0"/>
          </a:p>
        </p:txBody>
      </p:sp>
      <p:sp>
        <p:nvSpPr>
          <p:cNvPr id="46" name="Text 48">
            <a:extLst>
              <a:ext uri="{FF2B5EF4-FFF2-40B4-BE49-F238E27FC236}">
                <a16:creationId xmlns:a16="http://schemas.microsoft.com/office/drawing/2014/main" id="{DE886372-1D78-93F1-5C81-17FB1DE57906}"/>
              </a:ext>
            </a:extLst>
          </p:cNvPr>
          <p:cNvSpPr/>
          <p:nvPr/>
        </p:nvSpPr>
        <p:spPr>
          <a:xfrm>
            <a:off x="3840562" y="4328018"/>
            <a:ext cx="1399032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002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</a:t>
            </a:r>
            <a:endParaRPr lang="en-US" sz="850">
              <a:solidFill>
                <a:srgbClr val="002060"/>
              </a:solidFill>
            </a:endParaRPr>
          </a:p>
        </p:txBody>
      </p:sp>
      <p:sp>
        <p:nvSpPr>
          <p:cNvPr id="47" name="Text 49">
            <a:extLst>
              <a:ext uri="{FF2B5EF4-FFF2-40B4-BE49-F238E27FC236}">
                <a16:creationId xmlns:a16="http://schemas.microsoft.com/office/drawing/2014/main" id="{2BA56AEC-CC1E-D4B3-96AA-C0F94C815D05}"/>
              </a:ext>
            </a:extLst>
          </p:cNvPr>
          <p:cNvSpPr/>
          <p:nvPr/>
        </p:nvSpPr>
        <p:spPr>
          <a:xfrm>
            <a:off x="5294458" y="4328018"/>
            <a:ext cx="3401568" cy="31089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identified and committed; lender appetite visible; bankability requirements mostly complete; co-investor path and funding timeline align with critical path.</a:t>
            </a:r>
            <a:endParaRPr lang="en-US" sz="700"/>
          </a:p>
        </p:txBody>
      </p:sp>
      <p:sp>
        <p:nvSpPr>
          <p:cNvPr id="48" name="Text 50">
            <a:extLst>
              <a:ext uri="{FF2B5EF4-FFF2-40B4-BE49-F238E27FC236}">
                <a16:creationId xmlns:a16="http://schemas.microsoft.com/office/drawing/2014/main" id="{13E8386D-206F-9070-B3F7-D0D8B510DF41}"/>
              </a:ext>
            </a:extLst>
          </p:cNvPr>
          <p:cNvSpPr/>
          <p:nvPr/>
        </p:nvSpPr>
        <p:spPr>
          <a:xfrm>
            <a:off x="3840562" y="4657202"/>
            <a:ext cx="4864608" cy="2194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20" i="1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shareholder commitment, lender LOIs/term sheets, bankability checklist, co-investor MOU, funding vs project Gantt.</a:t>
            </a:r>
            <a:endParaRPr lang="en-US" sz="620"/>
          </a:p>
        </p:txBody>
      </p:sp>
      <p:sp>
        <p:nvSpPr>
          <p:cNvPr id="49" name="Text 51">
            <a:extLst>
              <a:ext uri="{FF2B5EF4-FFF2-40B4-BE49-F238E27FC236}">
                <a16:creationId xmlns:a16="http://schemas.microsoft.com/office/drawing/2014/main" id="{03114C9D-B225-F1C6-A965-2DD3AF09742A}"/>
              </a:ext>
            </a:extLst>
          </p:cNvPr>
          <p:cNvSpPr/>
          <p:nvPr/>
        </p:nvSpPr>
        <p:spPr>
          <a:xfrm>
            <a:off x="8979490" y="1228202"/>
            <a:ext cx="2999232" cy="21031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DECISION GATES &amp; MANAGEMENT ACTION</a:t>
            </a:r>
            <a:endParaRPr lang="en-US" sz="850"/>
          </a:p>
        </p:txBody>
      </p:sp>
      <p:sp>
        <p:nvSpPr>
          <p:cNvPr id="50" name="Text 52">
            <a:extLst>
              <a:ext uri="{FF2B5EF4-FFF2-40B4-BE49-F238E27FC236}">
                <a16:creationId xmlns:a16="http://schemas.microsoft.com/office/drawing/2014/main" id="{615C9B3F-FB07-57F3-3AC9-BE7B9256CD26}"/>
              </a:ext>
            </a:extLst>
          </p:cNvPr>
          <p:cNvSpPr/>
          <p:nvPr/>
        </p:nvSpPr>
        <p:spPr>
          <a:xfrm>
            <a:off x="8979490" y="1502522"/>
            <a:ext cx="475488" cy="274320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</a:t>
            </a:r>
            <a:endParaRPr lang="en-US" sz="900"/>
          </a:p>
        </p:txBody>
      </p:sp>
      <p:sp>
        <p:nvSpPr>
          <p:cNvPr id="51" name="Text 53">
            <a:extLst>
              <a:ext uri="{FF2B5EF4-FFF2-40B4-BE49-F238E27FC236}">
                <a16:creationId xmlns:a16="http://schemas.microsoft.com/office/drawing/2014/main" id="{7235BF92-45A0-6855-35A3-9B130F6E644F}"/>
              </a:ext>
            </a:extLst>
          </p:cNvPr>
          <p:cNvSpPr/>
          <p:nvPr/>
        </p:nvSpPr>
        <p:spPr>
          <a:xfrm>
            <a:off x="9509842" y="1484234"/>
            <a:ext cx="2468880" cy="329184"/>
          </a:xfrm>
          <a:prstGeom prst="rect">
            <a:avLst/>
          </a:prstGeom>
          <a:solidFill>
            <a:srgbClr val="EAF8F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pillar thresholds met; all hard floors passed; downside case acceptable; clear evidence pack available.</a:t>
            </a:r>
            <a:endParaRPr lang="en-US" sz="700"/>
          </a:p>
        </p:txBody>
      </p:sp>
      <p:sp>
        <p:nvSpPr>
          <p:cNvPr id="52" name="Text 54">
            <a:extLst>
              <a:ext uri="{FF2B5EF4-FFF2-40B4-BE49-F238E27FC236}">
                <a16:creationId xmlns:a16="http://schemas.microsoft.com/office/drawing/2014/main" id="{4DE8C86E-F042-7206-0A33-134066DE664B}"/>
              </a:ext>
            </a:extLst>
          </p:cNvPr>
          <p:cNvSpPr/>
          <p:nvPr/>
        </p:nvSpPr>
        <p:spPr>
          <a:xfrm>
            <a:off x="8979490" y="1904858"/>
            <a:ext cx="822960" cy="274320"/>
          </a:xfrm>
          <a:prstGeom prst="rect">
            <a:avLst/>
          </a:prstGeom>
          <a:solidFill>
            <a:srgbClr val="F29900"/>
          </a:solidFill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720"/>
          </a:p>
        </p:txBody>
      </p:sp>
      <p:sp>
        <p:nvSpPr>
          <p:cNvPr id="53" name="Text 55">
            <a:extLst>
              <a:ext uri="{FF2B5EF4-FFF2-40B4-BE49-F238E27FC236}">
                <a16:creationId xmlns:a16="http://schemas.microsoft.com/office/drawing/2014/main" id="{8C0F5DF1-693F-F8C4-CA56-19AABB44BCCD}"/>
              </a:ext>
            </a:extLst>
          </p:cNvPr>
          <p:cNvSpPr/>
          <p:nvPr/>
        </p:nvSpPr>
        <p:spPr>
          <a:xfrm>
            <a:off x="9857314" y="1886570"/>
            <a:ext cx="2121408" cy="329184"/>
          </a:xfrm>
          <a:prstGeom prst="rect">
            <a:avLst/>
          </a:prstGeom>
          <a:solidFill>
            <a:srgbClr val="FFF4D6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Fixable gaps exist, or financial stress test weakens the case; proceed only with named mitigants and owners.</a:t>
            </a:r>
            <a:endParaRPr lang="en-US" sz="700"/>
          </a:p>
        </p:txBody>
      </p:sp>
      <p:sp>
        <p:nvSpPr>
          <p:cNvPr id="54" name="Text 56">
            <a:extLst>
              <a:ext uri="{FF2B5EF4-FFF2-40B4-BE49-F238E27FC236}">
                <a16:creationId xmlns:a16="http://schemas.microsoft.com/office/drawing/2014/main" id="{E4A8A8A4-82DE-631A-A5A5-73B300B635CD}"/>
              </a:ext>
            </a:extLst>
          </p:cNvPr>
          <p:cNvSpPr/>
          <p:nvPr/>
        </p:nvSpPr>
        <p:spPr>
          <a:xfrm>
            <a:off x="8979490" y="2307194"/>
            <a:ext cx="530352" cy="274320"/>
          </a:xfrm>
          <a:prstGeom prst="rect">
            <a:avLst/>
          </a:prstGeom>
          <a:solidFill>
            <a:srgbClr val="B3261E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NO-GO</a:t>
            </a:r>
            <a:endParaRPr lang="en-US" sz="800"/>
          </a:p>
        </p:txBody>
      </p:sp>
      <p:sp>
        <p:nvSpPr>
          <p:cNvPr id="55" name="Text 57">
            <a:extLst>
              <a:ext uri="{FF2B5EF4-FFF2-40B4-BE49-F238E27FC236}">
                <a16:creationId xmlns:a16="http://schemas.microsoft.com/office/drawing/2014/main" id="{095CC5B8-7479-D7A4-E22A-9AC8DB482F37}"/>
              </a:ext>
            </a:extLst>
          </p:cNvPr>
          <p:cNvSpPr/>
          <p:nvPr/>
        </p:nvSpPr>
        <p:spPr>
          <a:xfrm>
            <a:off x="9564706" y="2288906"/>
            <a:ext cx="2414016" cy="329184"/>
          </a:xfrm>
          <a:prstGeom prst="rect">
            <a:avLst/>
          </a:prstGeom>
          <a:solidFill>
            <a:srgbClr val="FCE8E6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hard floor fails, material permit/title issue remains unresolved, or a deal-breaker risk is present.</a:t>
            </a:r>
            <a:endParaRPr lang="en-US" sz="7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03ACA86-EA26-36FD-EB00-701A45B1A9B2}"/>
              </a:ext>
            </a:extLst>
          </p:cNvPr>
          <p:cNvCxnSpPr/>
          <p:nvPr/>
        </p:nvCxnSpPr>
        <p:spPr>
          <a:xfrm>
            <a:off x="438069" y="4976952"/>
            <a:ext cx="1147745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06D5C15-694A-B1CC-DE34-2473B4219D38}"/>
              </a:ext>
            </a:extLst>
          </p:cNvPr>
          <p:cNvSpPr txBox="1"/>
          <p:nvPr/>
        </p:nvSpPr>
        <p:spPr>
          <a:xfrm>
            <a:off x="332708" y="4955232"/>
            <a:ext cx="11487992" cy="28244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>
            <a:lvl1pPr>
              <a:defRPr sz="1000" i="1">
                <a:solidFill>
                  <a:srgbClr val="5A6B7B"/>
                </a:solidFill>
                <a:ea typeface="Calibri"/>
                <a:cs typeface="Calibri"/>
              </a:defRPr>
            </a:lvl1pPr>
          </a:lstStyle>
          <a:p>
            <a:r>
              <a:rPr lang="en-US" sz="800"/>
              <a:t>What is the total weighted score?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5355290-99B8-FCA5-4E4F-E3FBDF3F399A}"/>
              </a:ext>
            </a:extLst>
          </p:cNvPr>
          <p:cNvSpPr/>
          <p:nvPr/>
        </p:nvSpPr>
        <p:spPr>
          <a:xfrm>
            <a:off x="438069" y="5231361"/>
            <a:ext cx="3502562" cy="136249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A1F1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3D4E418-9F7F-F1E5-CBBD-96D8FF727DDF}"/>
              </a:ext>
            </a:extLst>
          </p:cNvPr>
          <p:cNvSpPr/>
          <p:nvPr/>
        </p:nvSpPr>
        <p:spPr>
          <a:xfrm>
            <a:off x="438069" y="5231361"/>
            <a:ext cx="3502562" cy="71344"/>
          </a:xfrm>
          <a:prstGeom prst="rect">
            <a:avLst/>
          </a:prstGeom>
          <a:solidFill>
            <a:srgbClr val="7A1F1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0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7613A6-999C-D635-0279-63DA231B4548}"/>
              </a:ext>
            </a:extLst>
          </p:cNvPr>
          <p:cNvSpPr txBox="1"/>
          <p:nvPr/>
        </p:nvSpPr>
        <p:spPr>
          <a:xfrm>
            <a:off x="637862" y="5464450"/>
            <a:ext cx="3247906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A1F1F"/>
                </a:solidFill>
                <a:ea typeface="Calibri"/>
                <a:cs typeface="Calibri"/>
              </a:rPr>
              <a:t>&lt; 65%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F17E94-A5EA-ECF3-56EE-C8A00758A914}"/>
              </a:ext>
            </a:extLst>
          </p:cNvPr>
          <p:cNvSpPr txBox="1"/>
          <p:nvPr/>
        </p:nvSpPr>
        <p:spPr>
          <a:xfrm>
            <a:off x="637862" y="5646573"/>
            <a:ext cx="3247906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ea typeface="Calibri"/>
                <a:cs typeface="Calibri"/>
              </a:rPr>
              <a:t>NO-GO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300767-2FDB-52C4-5621-B6CE69283A32}"/>
              </a:ext>
            </a:extLst>
          </p:cNvPr>
          <p:cNvSpPr txBox="1"/>
          <p:nvPr/>
        </p:nvSpPr>
        <p:spPr>
          <a:xfrm>
            <a:off x="637862" y="5850214"/>
            <a:ext cx="3247906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7A1F1F"/>
                </a:solidFill>
                <a:ea typeface="Calibri"/>
                <a:cs typeface="Calibri"/>
              </a:rPr>
              <a:t>Do not proceed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32028D-5EA4-0503-CC36-471818705220}"/>
              </a:ext>
            </a:extLst>
          </p:cNvPr>
          <p:cNvSpPr txBox="1"/>
          <p:nvPr/>
        </p:nvSpPr>
        <p:spPr>
          <a:xfrm>
            <a:off x="637862" y="6149900"/>
            <a:ext cx="3247906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ea typeface="Calibri"/>
                <a:cs typeface="Calibri"/>
              </a:rPr>
              <a:t>Material deficiencies across pillars. Decline and document exit rationale.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E52F81B-69A3-5976-7D36-6C05991AF6CB}"/>
              </a:ext>
            </a:extLst>
          </p:cNvPr>
          <p:cNvSpPr/>
          <p:nvPr/>
        </p:nvSpPr>
        <p:spPr>
          <a:xfrm>
            <a:off x="4321779" y="5231362"/>
            <a:ext cx="3363151" cy="136249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9F30682-CC6F-C2F9-6D45-B6EC3AD79CBE}"/>
              </a:ext>
            </a:extLst>
          </p:cNvPr>
          <p:cNvSpPr/>
          <p:nvPr/>
        </p:nvSpPr>
        <p:spPr>
          <a:xfrm>
            <a:off x="4321779" y="5231361"/>
            <a:ext cx="3363151" cy="80573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B38C95-B1A5-F79F-CCE7-81E0F83973C6}"/>
              </a:ext>
            </a:extLst>
          </p:cNvPr>
          <p:cNvSpPr txBox="1"/>
          <p:nvPr/>
        </p:nvSpPr>
        <p:spPr>
          <a:xfrm>
            <a:off x="4521570" y="5464451"/>
            <a:ext cx="3094073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002060"/>
                </a:solidFill>
                <a:ea typeface="Calibri"/>
                <a:cs typeface="Calibri"/>
              </a:rPr>
              <a:t>65 – 79%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EAEC8E7-0864-F8BF-8492-D15E37EE9F56}"/>
              </a:ext>
            </a:extLst>
          </p:cNvPr>
          <p:cNvSpPr txBox="1"/>
          <p:nvPr/>
        </p:nvSpPr>
        <p:spPr>
          <a:xfrm>
            <a:off x="4521570" y="5646574"/>
            <a:ext cx="3094073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ea typeface="Calibri"/>
                <a:cs typeface="Calibri"/>
              </a:rPr>
              <a:t>CONDITIONAL GO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953951D-C68A-5EE2-7A52-6C1E2143CE94}"/>
              </a:ext>
            </a:extLst>
          </p:cNvPr>
          <p:cNvSpPr txBox="1"/>
          <p:nvPr/>
        </p:nvSpPr>
        <p:spPr>
          <a:xfrm>
            <a:off x="4521570" y="5850215"/>
            <a:ext cx="3094073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002060"/>
                </a:solidFill>
                <a:ea typeface="Calibri"/>
                <a:cs typeface="Calibri"/>
              </a:rPr>
              <a:t>Proceed with conditions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7927F89-3A88-9CA4-A225-C3281F386985}"/>
              </a:ext>
            </a:extLst>
          </p:cNvPr>
          <p:cNvSpPr txBox="1"/>
          <p:nvPr/>
        </p:nvSpPr>
        <p:spPr>
          <a:xfrm>
            <a:off x="4521570" y="6149901"/>
            <a:ext cx="3094073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ea typeface="Calibri"/>
                <a:cs typeface="Calibri"/>
              </a:rPr>
              <a:t>Targeted gaps identified. Restructure terms or close items before the Management vote.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203760F-D800-5DD6-3A0D-1D4A531D6027}"/>
              </a:ext>
            </a:extLst>
          </p:cNvPr>
          <p:cNvSpPr/>
          <p:nvPr/>
        </p:nvSpPr>
        <p:spPr>
          <a:xfrm>
            <a:off x="8096557" y="5229830"/>
            <a:ext cx="3363151" cy="136249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0B15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7356974-9730-4AB2-498D-08377AB4D4FC}"/>
              </a:ext>
            </a:extLst>
          </p:cNvPr>
          <p:cNvSpPr/>
          <p:nvPr/>
        </p:nvSpPr>
        <p:spPr>
          <a:xfrm>
            <a:off x="8096557" y="5229830"/>
            <a:ext cx="3363151" cy="80572"/>
          </a:xfrm>
          <a:prstGeom prst="rect">
            <a:avLst/>
          </a:prstGeom>
          <a:solidFill>
            <a:srgbClr val="00B15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9D7D6B-2380-4849-42F1-33838D549141}"/>
              </a:ext>
            </a:extLst>
          </p:cNvPr>
          <p:cNvSpPr txBox="1"/>
          <p:nvPr/>
        </p:nvSpPr>
        <p:spPr>
          <a:xfrm>
            <a:off x="8296349" y="5462919"/>
            <a:ext cx="3081401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00B15D"/>
                </a:solidFill>
                <a:ea typeface="Calibri"/>
                <a:cs typeface="Calibri"/>
              </a:rPr>
              <a:t>≥ 80%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882784E-E091-18A1-8CD8-B94F36EC5C15}"/>
              </a:ext>
            </a:extLst>
          </p:cNvPr>
          <p:cNvSpPr txBox="1"/>
          <p:nvPr/>
        </p:nvSpPr>
        <p:spPr>
          <a:xfrm>
            <a:off x="8296349" y="5645042"/>
            <a:ext cx="3081401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ea typeface="Calibri"/>
                <a:cs typeface="Calibri"/>
              </a:rPr>
              <a:t>GO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FA3EA2-10CA-1BD7-8A17-B2F4DCD8232C}"/>
              </a:ext>
            </a:extLst>
          </p:cNvPr>
          <p:cNvSpPr txBox="1"/>
          <p:nvPr/>
        </p:nvSpPr>
        <p:spPr>
          <a:xfrm>
            <a:off x="8296349" y="5848683"/>
            <a:ext cx="3081401" cy="246221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00B15D"/>
                </a:solidFill>
                <a:ea typeface="Calibri"/>
                <a:cs typeface="Calibri"/>
              </a:rPr>
              <a:t>Proceed to management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370C17F-EB9B-D1A0-2600-67845A74234E}"/>
              </a:ext>
            </a:extLst>
          </p:cNvPr>
          <p:cNvSpPr txBox="1"/>
          <p:nvPr/>
        </p:nvSpPr>
        <p:spPr>
          <a:xfrm>
            <a:off x="8296350" y="6148369"/>
            <a:ext cx="3081400" cy="40011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sz="1000">
                <a:ea typeface="Calibri"/>
                <a:cs typeface="Calibri"/>
              </a:rPr>
              <a:t>Deal </a:t>
            </a:r>
            <a:r>
              <a:rPr lang="en-GB" sz="1000">
                <a:ea typeface="Calibri"/>
                <a:cs typeface="Calibri"/>
              </a:rPr>
              <a:t>is eligible for full due diligence and a </a:t>
            </a:r>
            <a:r>
              <a:rPr lang="en-US" sz="1000">
                <a:ea typeface="Calibri"/>
                <a:cs typeface="Calibri"/>
              </a:rPr>
              <a:t>term sheet. IC approval recommended.</a:t>
            </a:r>
          </a:p>
        </p:txBody>
      </p:sp>
    </p:spTree>
    <p:extLst>
      <p:ext uri="{BB962C8B-B14F-4D97-AF65-F5344CB8AC3E}">
        <p14:creationId xmlns:p14="http://schemas.microsoft.com/office/powerpoint/2010/main" val="3645990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CF3B43-E638-C878-8BC4-F4BB50789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78610E82-7418-77DF-8B3C-DF9F3E1B7E50}"/>
              </a:ext>
            </a:extLst>
          </p:cNvPr>
          <p:cNvSpPr txBox="1"/>
          <p:nvPr/>
        </p:nvSpPr>
        <p:spPr>
          <a:xfrm>
            <a:off x="358129" y="160493"/>
            <a:ext cx="9960457" cy="5070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200" b="1" noProof="0">
                <a:solidFill>
                  <a:srgbClr val="054D4D"/>
                </a:solidFill>
                <a:cs typeface="Arial" panose="020B0604020202020204" pitchFamily="34" charset="0"/>
              </a:rPr>
              <a:t>DEVELOPMENT FRAMEWORK</a:t>
            </a:r>
          </a:p>
        </p:txBody>
      </p:sp>
      <p:sp>
        <p:nvSpPr>
          <p:cNvPr id="123" name="Text 2">
            <a:extLst>
              <a:ext uri="{FF2B5EF4-FFF2-40B4-BE49-F238E27FC236}">
                <a16:creationId xmlns:a16="http://schemas.microsoft.com/office/drawing/2014/main" id="{36153B8A-280F-310F-41A7-0FDB6947E591}"/>
              </a:ext>
            </a:extLst>
          </p:cNvPr>
          <p:cNvSpPr/>
          <p:nvPr/>
        </p:nvSpPr>
        <p:spPr>
          <a:xfrm>
            <a:off x="472115" y="645782"/>
            <a:ext cx="11338560" cy="318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i="1" noProof="0">
                <a:solidFill>
                  <a:srgbClr val="4A5568"/>
                </a:solidFill>
                <a:cs typeface="Arial" panose="020B0604020202020204" pitchFamily="34" charset="0"/>
              </a:rPr>
              <a:t>Active Development — Stage-Gate Steps</a:t>
            </a:r>
          </a:p>
        </p:txBody>
      </p:sp>
      <p:sp>
        <p:nvSpPr>
          <p:cNvPr id="124" name="Shape 3">
            <a:extLst>
              <a:ext uri="{FF2B5EF4-FFF2-40B4-BE49-F238E27FC236}">
                <a16:creationId xmlns:a16="http://schemas.microsoft.com/office/drawing/2014/main" id="{91DEC4C3-6760-4437-1E0B-881F0648DF0D}"/>
              </a:ext>
            </a:extLst>
          </p:cNvPr>
          <p:cNvSpPr/>
          <p:nvPr/>
        </p:nvSpPr>
        <p:spPr>
          <a:xfrm>
            <a:off x="438994" y="930402"/>
            <a:ext cx="11338560" cy="0"/>
          </a:xfrm>
          <a:prstGeom prst="line">
            <a:avLst/>
          </a:prstGeom>
          <a:noFill/>
          <a:ln w="10160">
            <a:solidFill>
              <a:srgbClr val="1A9E9E"/>
            </a:solidFill>
            <a:prstDash val="solid"/>
          </a:ln>
        </p:spPr>
        <p:txBody>
          <a:bodyPr/>
          <a:lstStyle/>
          <a:p>
            <a:endParaRPr lang="en-GB" sz="2400" noProof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3B591759-DEEF-9BCF-2B6A-C4DFBBD5369C}"/>
              </a:ext>
            </a:extLst>
          </p:cNvPr>
          <p:cNvSpPr/>
          <p:nvPr/>
        </p:nvSpPr>
        <p:spPr>
          <a:xfrm>
            <a:off x="472114" y="1119329"/>
            <a:ext cx="11305439" cy="302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C6776"/>
                </a:solidFill>
                <a:ea typeface="Calibri" pitchFamily="34" charset="-122"/>
                <a:cs typeface="Calibri" pitchFamily="34" charset="-120"/>
              </a:rPr>
              <a:t>Once an opportunity is active it moves through eight development steps. Some DEL controls directly; others depend on the customer — the tracker makes that distinction explicit.</a:t>
            </a:r>
            <a:endParaRPr lang="en-US" sz="130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80E2EBC-B694-B194-4E51-8EA7D7525D2C}"/>
              </a:ext>
            </a:extLst>
          </p:cNvPr>
          <p:cNvSpPr/>
          <p:nvPr/>
        </p:nvSpPr>
        <p:spPr>
          <a:xfrm>
            <a:off x="498201" y="1841082"/>
            <a:ext cx="2114645" cy="1571861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9EA5266-9A33-5F66-4235-DC642C80A0C5}"/>
              </a:ext>
            </a:extLst>
          </p:cNvPr>
          <p:cNvSpPr/>
          <p:nvPr/>
        </p:nvSpPr>
        <p:spPr>
          <a:xfrm>
            <a:off x="619113" y="1946881"/>
            <a:ext cx="256939" cy="256939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2577BEB-6694-618B-E93A-19CBF3C78AA7}"/>
              </a:ext>
            </a:extLst>
          </p:cNvPr>
          <p:cNvSpPr/>
          <p:nvPr/>
        </p:nvSpPr>
        <p:spPr>
          <a:xfrm>
            <a:off x="619113" y="1946881"/>
            <a:ext cx="256939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CAB9297-F104-AB40-3195-6B536E964AD0}"/>
              </a:ext>
            </a:extLst>
          </p:cNvPr>
          <p:cNvSpPr/>
          <p:nvPr/>
        </p:nvSpPr>
        <p:spPr>
          <a:xfrm>
            <a:off x="1283470" y="2143363"/>
            <a:ext cx="544106" cy="544106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04DE57E4-501A-D8A4-325C-ED4C75633AD7}"/>
              </a:ext>
            </a:extLst>
          </p:cNvPr>
          <p:cNvSpPr/>
          <p:nvPr/>
        </p:nvSpPr>
        <p:spPr>
          <a:xfrm>
            <a:off x="573771" y="2717697"/>
            <a:ext cx="1963504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Knockout Check</a:t>
            </a:r>
            <a:endParaRPr lang="en-US" sz="125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C4609E96-9A11-0969-7372-E2D1F24B1C57}"/>
              </a:ext>
            </a:extLst>
          </p:cNvPr>
          <p:cNvSpPr/>
          <p:nvPr/>
        </p:nvSpPr>
        <p:spPr>
          <a:xfrm>
            <a:off x="988746" y="3080434"/>
            <a:ext cx="1133554" cy="241825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D613EC83-BFC8-E05F-C30D-6318A8F57EFA}"/>
              </a:ext>
            </a:extLst>
          </p:cNvPr>
          <p:cNvSpPr/>
          <p:nvPr/>
        </p:nvSpPr>
        <p:spPr>
          <a:xfrm>
            <a:off x="1026532" y="3080434"/>
            <a:ext cx="1057983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DEL</a:t>
            </a:r>
            <a:endParaRPr lang="en-US" sz="95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30CE0CF-1D8E-5CBF-B547-977C0385655A}"/>
              </a:ext>
            </a:extLst>
          </p:cNvPr>
          <p:cNvSpPr/>
          <p:nvPr/>
        </p:nvSpPr>
        <p:spPr>
          <a:xfrm>
            <a:off x="4980198" y="1847367"/>
            <a:ext cx="2114645" cy="1571861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FAC4DFFC-6251-5676-2873-2F93C4B5004A}"/>
              </a:ext>
            </a:extLst>
          </p:cNvPr>
          <p:cNvSpPr/>
          <p:nvPr/>
        </p:nvSpPr>
        <p:spPr>
          <a:xfrm>
            <a:off x="5101111" y="1953166"/>
            <a:ext cx="256939" cy="256939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2952B3D-B364-219C-5E9C-F73211D63938}"/>
              </a:ext>
            </a:extLst>
          </p:cNvPr>
          <p:cNvSpPr/>
          <p:nvPr/>
        </p:nvSpPr>
        <p:spPr>
          <a:xfrm>
            <a:off x="5101111" y="1953166"/>
            <a:ext cx="256939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3C002FAC-18AE-4A5C-C5D8-913F3E4E2A0E}"/>
              </a:ext>
            </a:extLst>
          </p:cNvPr>
          <p:cNvSpPr/>
          <p:nvPr/>
        </p:nvSpPr>
        <p:spPr>
          <a:xfrm>
            <a:off x="5765468" y="2149648"/>
            <a:ext cx="544106" cy="544106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7EA0C34E-6AB5-14E9-542F-8EAF3F127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376" y="2296557"/>
            <a:ext cx="250288" cy="250288"/>
          </a:xfrm>
          <a:prstGeom prst="rect">
            <a:avLst/>
          </a:prstGeom>
        </p:spPr>
      </p:pic>
      <p:sp>
        <p:nvSpPr>
          <p:cNvPr id="17" name="Text 15">
            <a:extLst>
              <a:ext uri="{FF2B5EF4-FFF2-40B4-BE49-F238E27FC236}">
                <a16:creationId xmlns:a16="http://schemas.microsoft.com/office/drawing/2014/main" id="{B27B74FF-F9FB-1830-22E3-76DD512ADD5C}"/>
              </a:ext>
            </a:extLst>
          </p:cNvPr>
          <p:cNvSpPr/>
          <p:nvPr/>
        </p:nvSpPr>
        <p:spPr>
          <a:xfrm>
            <a:off x="5055769" y="2723982"/>
            <a:ext cx="1963504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Data Request</a:t>
            </a:r>
            <a:endParaRPr lang="en-US" sz="12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CA3F3FC-14AF-BCB3-BA4D-1F1EB6589609}"/>
              </a:ext>
            </a:extLst>
          </p:cNvPr>
          <p:cNvSpPr/>
          <p:nvPr/>
        </p:nvSpPr>
        <p:spPr>
          <a:xfrm>
            <a:off x="5470744" y="3086719"/>
            <a:ext cx="1133554" cy="241825"/>
          </a:xfrm>
          <a:prstGeom prst="roundRect">
            <a:avLst>
              <a:gd name="adj" fmla="val 18750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1FC2BB0-14BF-9912-4529-0646DC5A04FC}"/>
              </a:ext>
            </a:extLst>
          </p:cNvPr>
          <p:cNvSpPr/>
          <p:nvPr/>
        </p:nvSpPr>
        <p:spPr>
          <a:xfrm>
            <a:off x="5508529" y="3086719"/>
            <a:ext cx="1057983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CUSTOMER</a:t>
            </a:r>
            <a:endParaRPr lang="en-US" sz="9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C1F19C1-800C-B4B2-0E12-3EC55D493731}"/>
              </a:ext>
            </a:extLst>
          </p:cNvPr>
          <p:cNvSpPr/>
          <p:nvPr/>
        </p:nvSpPr>
        <p:spPr>
          <a:xfrm>
            <a:off x="7321554" y="1847367"/>
            <a:ext cx="2114645" cy="1571861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5FDA0A0-1A4F-06E9-9C1F-603004BC80F4}"/>
              </a:ext>
            </a:extLst>
          </p:cNvPr>
          <p:cNvSpPr/>
          <p:nvPr/>
        </p:nvSpPr>
        <p:spPr>
          <a:xfrm>
            <a:off x="7442466" y="1953166"/>
            <a:ext cx="256939" cy="256939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FE078E0-674D-0FC3-A3B3-8FAAFD049C77}"/>
              </a:ext>
            </a:extLst>
          </p:cNvPr>
          <p:cNvSpPr/>
          <p:nvPr/>
        </p:nvSpPr>
        <p:spPr>
          <a:xfrm>
            <a:off x="7442466" y="1953166"/>
            <a:ext cx="256939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0AF8C46-7E6D-2833-4333-11FD6A9E6C7E}"/>
              </a:ext>
            </a:extLst>
          </p:cNvPr>
          <p:cNvSpPr/>
          <p:nvPr/>
        </p:nvSpPr>
        <p:spPr>
          <a:xfrm>
            <a:off x="8106822" y="2149648"/>
            <a:ext cx="544106" cy="544106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69A555C2-BF92-64D0-6332-F4C5A332F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731" y="2296557"/>
            <a:ext cx="250288" cy="250288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A90728F9-106E-6EE6-1A3D-FEF037FC9AB8}"/>
              </a:ext>
            </a:extLst>
          </p:cNvPr>
          <p:cNvSpPr/>
          <p:nvPr/>
        </p:nvSpPr>
        <p:spPr>
          <a:xfrm>
            <a:off x="7397124" y="2723982"/>
            <a:ext cx="1963504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Site Reconnaissance</a:t>
            </a:r>
            <a:endParaRPr lang="en-US" sz="125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F1BBAB04-CD32-2F7A-BAAE-4D412B6D0FBD}"/>
              </a:ext>
            </a:extLst>
          </p:cNvPr>
          <p:cNvSpPr/>
          <p:nvPr/>
        </p:nvSpPr>
        <p:spPr>
          <a:xfrm>
            <a:off x="7812098" y="3086719"/>
            <a:ext cx="1133554" cy="241825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1027B4B-FCBF-DFA8-BAB8-AD8167A0F027}"/>
              </a:ext>
            </a:extLst>
          </p:cNvPr>
          <p:cNvSpPr/>
          <p:nvPr/>
        </p:nvSpPr>
        <p:spPr>
          <a:xfrm>
            <a:off x="7849884" y="3086719"/>
            <a:ext cx="1057983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JOINT</a:t>
            </a:r>
            <a:endParaRPr lang="en-US" sz="9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52363720-9C29-7CA2-D6C8-D8ACAB67489B}"/>
              </a:ext>
            </a:extLst>
          </p:cNvPr>
          <p:cNvSpPr/>
          <p:nvPr/>
        </p:nvSpPr>
        <p:spPr>
          <a:xfrm>
            <a:off x="9662908" y="1847367"/>
            <a:ext cx="2114645" cy="1571861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CDAA83FA-664C-A0F5-E5AF-9FC08768E5E3}"/>
              </a:ext>
            </a:extLst>
          </p:cNvPr>
          <p:cNvSpPr/>
          <p:nvPr/>
        </p:nvSpPr>
        <p:spPr>
          <a:xfrm>
            <a:off x="9783821" y="1953166"/>
            <a:ext cx="256939" cy="256939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AE2E894C-2EAC-6A64-0857-29BC9DD55B42}"/>
              </a:ext>
            </a:extLst>
          </p:cNvPr>
          <p:cNvSpPr/>
          <p:nvPr/>
        </p:nvSpPr>
        <p:spPr>
          <a:xfrm>
            <a:off x="9783821" y="1953166"/>
            <a:ext cx="256939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5</a:t>
            </a:r>
            <a:endParaRPr lang="en-US" sz="130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DBFACABD-0073-AC2D-AC61-824AF44B430F}"/>
              </a:ext>
            </a:extLst>
          </p:cNvPr>
          <p:cNvSpPr/>
          <p:nvPr/>
        </p:nvSpPr>
        <p:spPr>
          <a:xfrm>
            <a:off x="10448178" y="2149648"/>
            <a:ext cx="544106" cy="544106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93420DF9-A4E0-2ED4-1121-DD9CED8CF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5087" y="2296557"/>
            <a:ext cx="250288" cy="250288"/>
          </a:xfrm>
          <a:prstGeom prst="rect">
            <a:avLst/>
          </a:prstGeom>
        </p:spPr>
      </p:pic>
      <p:sp>
        <p:nvSpPr>
          <p:cNvPr id="33" name="Text 29">
            <a:extLst>
              <a:ext uri="{FF2B5EF4-FFF2-40B4-BE49-F238E27FC236}">
                <a16:creationId xmlns:a16="http://schemas.microsoft.com/office/drawing/2014/main" id="{AC8DB115-D584-AFC7-CEFB-83A07DC556EF}"/>
              </a:ext>
            </a:extLst>
          </p:cNvPr>
          <p:cNvSpPr/>
          <p:nvPr/>
        </p:nvSpPr>
        <p:spPr>
          <a:xfrm>
            <a:off x="9738479" y="2723982"/>
            <a:ext cx="1963504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Energy Audit</a:t>
            </a:r>
            <a:endParaRPr lang="en-US" sz="1250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7B07B023-3B27-77AD-52C6-EF9EC63533AA}"/>
              </a:ext>
            </a:extLst>
          </p:cNvPr>
          <p:cNvSpPr/>
          <p:nvPr/>
        </p:nvSpPr>
        <p:spPr>
          <a:xfrm>
            <a:off x="10153454" y="3086719"/>
            <a:ext cx="1133554" cy="241825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ADD38E3C-FD32-4C31-FBF6-1DDA6EDFF755}"/>
              </a:ext>
            </a:extLst>
          </p:cNvPr>
          <p:cNvSpPr/>
          <p:nvPr/>
        </p:nvSpPr>
        <p:spPr>
          <a:xfrm>
            <a:off x="10191239" y="3086719"/>
            <a:ext cx="1057983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DEL</a:t>
            </a:r>
            <a:endParaRPr lang="en-US" sz="950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0905DBDD-4617-33C9-BA45-D81E4879233C}"/>
              </a:ext>
            </a:extLst>
          </p:cNvPr>
          <p:cNvSpPr/>
          <p:nvPr/>
        </p:nvSpPr>
        <p:spPr>
          <a:xfrm>
            <a:off x="498201" y="3778986"/>
            <a:ext cx="2114645" cy="1571861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EEF1EA73-FE84-20F3-CBD2-A8E77CD00DF0}"/>
              </a:ext>
            </a:extLst>
          </p:cNvPr>
          <p:cNvSpPr/>
          <p:nvPr/>
        </p:nvSpPr>
        <p:spPr>
          <a:xfrm>
            <a:off x="619113" y="3884784"/>
            <a:ext cx="256939" cy="256939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8FE77A44-F592-E9F0-6A94-3437BCE77980}"/>
              </a:ext>
            </a:extLst>
          </p:cNvPr>
          <p:cNvSpPr/>
          <p:nvPr/>
        </p:nvSpPr>
        <p:spPr>
          <a:xfrm>
            <a:off x="619113" y="3884784"/>
            <a:ext cx="256939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6</a:t>
            </a:r>
            <a:endParaRPr lang="en-US" sz="130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3ACD604D-9129-E929-1BF7-6C794B2C7275}"/>
              </a:ext>
            </a:extLst>
          </p:cNvPr>
          <p:cNvSpPr/>
          <p:nvPr/>
        </p:nvSpPr>
        <p:spPr>
          <a:xfrm>
            <a:off x="1283470" y="4081267"/>
            <a:ext cx="544106" cy="544106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>
            <a:extLst>
              <a:ext uri="{FF2B5EF4-FFF2-40B4-BE49-F238E27FC236}">
                <a16:creationId xmlns:a16="http://schemas.microsoft.com/office/drawing/2014/main" id="{CDEB77D7-67C3-90F7-4771-5E0895FBC2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379" y="4228175"/>
            <a:ext cx="250288" cy="250288"/>
          </a:xfrm>
          <a:prstGeom prst="rect">
            <a:avLst/>
          </a:prstGeom>
        </p:spPr>
      </p:pic>
      <p:sp>
        <p:nvSpPr>
          <p:cNvPr id="41" name="Text 36">
            <a:extLst>
              <a:ext uri="{FF2B5EF4-FFF2-40B4-BE49-F238E27FC236}">
                <a16:creationId xmlns:a16="http://schemas.microsoft.com/office/drawing/2014/main" id="{6D36A73E-A604-C178-DBB1-DECDA42DC57C}"/>
              </a:ext>
            </a:extLst>
          </p:cNvPr>
          <p:cNvSpPr/>
          <p:nvPr/>
        </p:nvSpPr>
        <p:spPr>
          <a:xfrm>
            <a:off x="573771" y="4655601"/>
            <a:ext cx="1963504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Technical Review</a:t>
            </a:r>
            <a:endParaRPr lang="en-US" sz="125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3FC0128B-E0E6-62DF-FC33-A34DA1AD32BC}"/>
              </a:ext>
            </a:extLst>
          </p:cNvPr>
          <p:cNvSpPr/>
          <p:nvPr/>
        </p:nvSpPr>
        <p:spPr>
          <a:xfrm>
            <a:off x="988746" y="5018338"/>
            <a:ext cx="1133554" cy="241825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52627670-71BE-0D42-F6DF-ECE7FA706360}"/>
              </a:ext>
            </a:extLst>
          </p:cNvPr>
          <p:cNvSpPr/>
          <p:nvPr/>
        </p:nvSpPr>
        <p:spPr>
          <a:xfrm>
            <a:off x="1026532" y="5018338"/>
            <a:ext cx="1057983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DEL</a:t>
            </a:r>
            <a:endParaRPr lang="en-US" sz="95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93F2956-72AD-E5D7-7D2B-F408753DF6B8}"/>
              </a:ext>
            </a:extLst>
          </p:cNvPr>
          <p:cNvGrpSpPr/>
          <p:nvPr/>
        </p:nvGrpSpPr>
        <p:grpSpPr>
          <a:xfrm>
            <a:off x="2724768" y="3778986"/>
            <a:ext cx="2114645" cy="1571861"/>
            <a:chOff x="2839556" y="3716356"/>
            <a:chExt cx="2114645" cy="1571861"/>
          </a:xfrm>
        </p:grpSpPr>
        <p:sp>
          <p:nvSpPr>
            <p:cNvPr id="44" name="Shape 39">
              <a:extLst>
                <a:ext uri="{FF2B5EF4-FFF2-40B4-BE49-F238E27FC236}">
                  <a16:creationId xmlns:a16="http://schemas.microsoft.com/office/drawing/2014/main" id="{ADF0A9EC-4921-F52F-FA97-3C388C236DC8}"/>
                </a:ext>
              </a:extLst>
            </p:cNvPr>
            <p:cNvSpPr/>
            <p:nvPr/>
          </p:nvSpPr>
          <p:spPr>
            <a:xfrm>
              <a:off x="2839556" y="3716356"/>
              <a:ext cx="2114645" cy="1571861"/>
            </a:xfrm>
            <a:prstGeom prst="roundRect">
              <a:avLst>
                <a:gd name="adj" fmla="val 4327"/>
              </a:avLst>
            </a:prstGeom>
            <a:solidFill>
              <a:srgbClr val="FFFFFF"/>
            </a:solidFill>
            <a:ln w="12700">
              <a:solidFill>
                <a:srgbClr val="D7DDE6"/>
              </a:solidFill>
              <a:prstDash val="solid"/>
            </a:ln>
            <a:effectLst>
              <a:outerShdw blurRad="63500" dist="25400" dir="5400000" algn="bl" rotWithShape="0">
                <a:srgbClr val="9AA6B6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Shape 40">
              <a:extLst>
                <a:ext uri="{FF2B5EF4-FFF2-40B4-BE49-F238E27FC236}">
                  <a16:creationId xmlns:a16="http://schemas.microsoft.com/office/drawing/2014/main" id="{8C636B49-BA5B-B4E8-2C5F-121F6BAD013C}"/>
                </a:ext>
              </a:extLst>
            </p:cNvPr>
            <p:cNvSpPr/>
            <p:nvPr/>
          </p:nvSpPr>
          <p:spPr>
            <a:xfrm>
              <a:off x="2960469" y="3822154"/>
              <a:ext cx="256939" cy="256939"/>
            </a:xfrm>
            <a:prstGeom prst="ellipse">
              <a:avLst/>
            </a:prstGeom>
            <a:solidFill>
              <a:srgbClr val="EAF1F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41">
              <a:extLst>
                <a:ext uri="{FF2B5EF4-FFF2-40B4-BE49-F238E27FC236}">
                  <a16:creationId xmlns:a16="http://schemas.microsoft.com/office/drawing/2014/main" id="{75B66041-CC34-70C0-EC69-E4257C86CA39}"/>
                </a:ext>
              </a:extLst>
            </p:cNvPr>
            <p:cNvSpPr/>
            <p:nvPr/>
          </p:nvSpPr>
          <p:spPr>
            <a:xfrm>
              <a:off x="2960469" y="3822154"/>
              <a:ext cx="256939" cy="2569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F3864"/>
                  </a:solidFill>
                  <a:ea typeface="Calibri" pitchFamily="34" charset="-122"/>
                  <a:cs typeface="Calibri" pitchFamily="34" charset="-120"/>
                </a:rPr>
                <a:t>7</a:t>
              </a:r>
              <a:endParaRPr lang="en-US" sz="1300"/>
            </a:p>
          </p:txBody>
        </p:sp>
        <p:sp>
          <p:nvSpPr>
            <p:cNvPr id="47" name="Shape 42">
              <a:extLst>
                <a:ext uri="{FF2B5EF4-FFF2-40B4-BE49-F238E27FC236}">
                  <a16:creationId xmlns:a16="http://schemas.microsoft.com/office/drawing/2014/main" id="{5D284541-5F10-2AD9-D4A6-66DAFE40B999}"/>
                </a:ext>
              </a:extLst>
            </p:cNvPr>
            <p:cNvSpPr/>
            <p:nvPr/>
          </p:nvSpPr>
          <p:spPr>
            <a:xfrm>
              <a:off x="3624826" y="4018637"/>
              <a:ext cx="544106" cy="544106"/>
            </a:xfrm>
            <a:prstGeom prst="ellipse">
              <a:avLst/>
            </a:prstGeom>
            <a:solidFill>
              <a:srgbClr val="1F3864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48" name="Image 6" descr="preencoded.png">
              <a:extLst>
                <a:ext uri="{FF2B5EF4-FFF2-40B4-BE49-F238E27FC236}">
                  <a16:creationId xmlns:a16="http://schemas.microsoft.com/office/drawing/2014/main" id="{ED5FF93B-D321-4F89-BCE0-8633802E6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71734" y="4165545"/>
              <a:ext cx="250288" cy="250288"/>
            </a:xfrm>
            <a:prstGeom prst="rect">
              <a:avLst/>
            </a:prstGeom>
          </p:spPr>
        </p:pic>
        <p:sp>
          <p:nvSpPr>
            <p:cNvPr id="49" name="Text 43">
              <a:extLst>
                <a:ext uri="{FF2B5EF4-FFF2-40B4-BE49-F238E27FC236}">
                  <a16:creationId xmlns:a16="http://schemas.microsoft.com/office/drawing/2014/main" id="{FC024A22-221E-1508-E5BB-5988C520B2B0}"/>
                </a:ext>
              </a:extLst>
            </p:cNvPr>
            <p:cNvSpPr/>
            <p:nvPr/>
          </p:nvSpPr>
          <p:spPr>
            <a:xfrm>
              <a:off x="2915127" y="4592971"/>
              <a:ext cx="1963504" cy="2569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1F3864"/>
                  </a:solidFill>
                  <a:ea typeface="Calibri" pitchFamily="34" charset="-122"/>
                  <a:cs typeface="Calibri" pitchFamily="34" charset="-120"/>
                </a:rPr>
                <a:t>Commercial Boundary Analysis</a:t>
              </a:r>
              <a:endParaRPr lang="en-US" sz="1200"/>
            </a:p>
          </p:txBody>
        </p:sp>
        <p:sp>
          <p:nvSpPr>
            <p:cNvPr id="50" name="Shape 44">
              <a:extLst>
                <a:ext uri="{FF2B5EF4-FFF2-40B4-BE49-F238E27FC236}">
                  <a16:creationId xmlns:a16="http://schemas.microsoft.com/office/drawing/2014/main" id="{60EBC296-38E9-2522-0E7A-6BC0C27B48FC}"/>
                </a:ext>
              </a:extLst>
            </p:cNvPr>
            <p:cNvSpPr/>
            <p:nvPr/>
          </p:nvSpPr>
          <p:spPr>
            <a:xfrm>
              <a:off x="3330102" y="4955708"/>
              <a:ext cx="1133554" cy="241825"/>
            </a:xfrm>
            <a:prstGeom prst="roundRect">
              <a:avLst>
                <a:gd name="adj" fmla="val 18750"/>
              </a:avLst>
            </a:prstGeom>
            <a:solidFill>
              <a:srgbClr val="1F3864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45">
              <a:extLst>
                <a:ext uri="{FF2B5EF4-FFF2-40B4-BE49-F238E27FC236}">
                  <a16:creationId xmlns:a16="http://schemas.microsoft.com/office/drawing/2014/main" id="{F9C25E59-1A3A-A198-14E3-E96C50630EFB}"/>
                </a:ext>
              </a:extLst>
            </p:cNvPr>
            <p:cNvSpPr/>
            <p:nvPr/>
          </p:nvSpPr>
          <p:spPr>
            <a:xfrm>
              <a:off x="3367887" y="4955708"/>
              <a:ext cx="1057983" cy="241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DEL</a:t>
              </a:r>
              <a:endParaRPr lang="en-US" sz="95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1FC1968-7532-E2B7-AEDB-D9143D33EB90}"/>
              </a:ext>
            </a:extLst>
          </p:cNvPr>
          <p:cNvGrpSpPr/>
          <p:nvPr/>
        </p:nvGrpSpPr>
        <p:grpSpPr>
          <a:xfrm>
            <a:off x="4980200" y="3778986"/>
            <a:ext cx="4455999" cy="1571861"/>
            <a:chOff x="5180912" y="3716356"/>
            <a:chExt cx="4455999" cy="1571861"/>
          </a:xfrm>
        </p:grpSpPr>
        <p:sp>
          <p:nvSpPr>
            <p:cNvPr id="52" name="Shape 46">
              <a:extLst>
                <a:ext uri="{FF2B5EF4-FFF2-40B4-BE49-F238E27FC236}">
                  <a16:creationId xmlns:a16="http://schemas.microsoft.com/office/drawing/2014/main" id="{4B68DF96-F9C3-5626-15E6-85E34BA8A386}"/>
                </a:ext>
              </a:extLst>
            </p:cNvPr>
            <p:cNvSpPr/>
            <p:nvPr/>
          </p:nvSpPr>
          <p:spPr>
            <a:xfrm>
              <a:off x="5180912" y="3716356"/>
              <a:ext cx="2114645" cy="1571861"/>
            </a:xfrm>
            <a:prstGeom prst="roundRect">
              <a:avLst>
                <a:gd name="adj" fmla="val 4327"/>
              </a:avLst>
            </a:prstGeom>
            <a:solidFill>
              <a:srgbClr val="FFFFFF"/>
            </a:solidFill>
            <a:ln w="19050">
              <a:solidFill>
                <a:srgbClr val="BFD9C1"/>
              </a:solidFill>
              <a:prstDash val="solid"/>
            </a:ln>
            <a:effectLst>
              <a:outerShdw blurRad="63500" dist="25400" dir="5400000" algn="bl" rotWithShape="0">
                <a:srgbClr val="9AA6B6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47">
              <a:extLst>
                <a:ext uri="{FF2B5EF4-FFF2-40B4-BE49-F238E27FC236}">
                  <a16:creationId xmlns:a16="http://schemas.microsoft.com/office/drawing/2014/main" id="{B10288B8-80C2-D0AE-A050-6F855FF9A6DD}"/>
                </a:ext>
              </a:extLst>
            </p:cNvPr>
            <p:cNvSpPr/>
            <p:nvPr/>
          </p:nvSpPr>
          <p:spPr>
            <a:xfrm>
              <a:off x="5301824" y="3822154"/>
              <a:ext cx="256939" cy="256939"/>
            </a:xfrm>
            <a:prstGeom prst="ellipse">
              <a:avLst/>
            </a:prstGeom>
            <a:solidFill>
              <a:srgbClr val="EAF1F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48">
              <a:extLst>
                <a:ext uri="{FF2B5EF4-FFF2-40B4-BE49-F238E27FC236}">
                  <a16:creationId xmlns:a16="http://schemas.microsoft.com/office/drawing/2014/main" id="{863B0D6F-5707-942A-9ACE-16171D4EAEFA}"/>
                </a:ext>
              </a:extLst>
            </p:cNvPr>
            <p:cNvSpPr/>
            <p:nvPr/>
          </p:nvSpPr>
          <p:spPr>
            <a:xfrm>
              <a:off x="5301824" y="3822154"/>
              <a:ext cx="256939" cy="2569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F3864"/>
                  </a:solidFill>
                  <a:ea typeface="Calibri" pitchFamily="34" charset="-122"/>
                  <a:cs typeface="Calibri" pitchFamily="34" charset="-120"/>
                </a:rPr>
                <a:t>8</a:t>
              </a:r>
              <a:endParaRPr lang="en-US" sz="1300"/>
            </a:p>
          </p:txBody>
        </p:sp>
        <p:sp>
          <p:nvSpPr>
            <p:cNvPr id="55" name="Shape 49">
              <a:extLst>
                <a:ext uri="{FF2B5EF4-FFF2-40B4-BE49-F238E27FC236}">
                  <a16:creationId xmlns:a16="http://schemas.microsoft.com/office/drawing/2014/main" id="{E94876B6-56EB-AD54-7EFA-06024F6C10D4}"/>
                </a:ext>
              </a:extLst>
            </p:cNvPr>
            <p:cNvSpPr/>
            <p:nvPr/>
          </p:nvSpPr>
          <p:spPr>
            <a:xfrm>
              <a:off x="5966180" y="4018637"/>
              <a:ext cx="544106" cy="544106"/>
            </a:xfrm>
            <a:prstGeom prst="ellipse">
              <a:avLst/>
            </a:prstGeom>
            <a:solidFill>
              <a:srgbClr val="1F3864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56" name="Image 7" descr="preencoded.png">
              <a:extLst>
                <a:ext uri="{FF2B5EF4-FFF2-40B4-BE49-F238E27FC236}">
                  <a16:creationId xmlns:a16="http://schemas.microsoft.com/office/drawing/2014/main" id="{4550699D-BAA7-B3A7-0111-B9D192C17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13089" y="4165545"/>
              <a:ext cx="250288" cy="250288"/>
            </a:xfrm>
            <a:prstGeom prst="rect">
              <a:avLst/>
            </a:prstGeom>
          </p:spPr>
        </p:pic>
        <p:sp>
          <p:nvSpPr>
            <p:cNvPr id="57" name="Text 50">
              <a:extLst>
                <a:ext uri="{FF2B5EF4-FFF2-40B4-BE49-F238E27FC236}">
                  <a16:creationId xmlns:a16="http://schemas.microsoft.com/office/drawing/2014/main" id="{F90A88BE-49FC-8E88-7070-724FE8FB560F}"/>
                </a:ext>
              </a:extLst>
            </p:cNvPr>
            <p:cNvSpPr/>
            <p:nvPr/>
          </p:nvSpPr>
          <p:spPr>
            <a:xfrm>
              <a:off x="5256482" y="4592971"/>
              <a:ext cx="1963504" cy="2569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>
                  <a:solidFill>
                    <a:srgbClr val="1F3864"/>
                  </a:solidFill>
                  <a:ea typeface="Calibri" pitchFamily="34" charset="-122"/>
                  <a:cs typeface="Calibri" pitchFamily="34" charset="-120"/>
                </a:rPr>
                <a:t>Management Approval</a:t>
              </a:r>
              <a:endParaRPr lang="en-US" sz="1250"/>
            </a:p>
          </p:txBody>
        </p:sp>
        <p:sp>
          <p:nvSpPr>
            <p:cNvPr id="58" name="Shape 51">
              <a:extLst>
                <a:ext uri="{FF2B5EF4-FFF2-40B4-BE49-F238E27FC236}">
                  <a16:creationId xmlns:a16="http://schemas.microsoft.com/office/drawing/2014/main" id="{DFB818B9-584F-03F5-F215-3D1C996C2633}"/>
                </a:ext>
              </a:extLst>
            </p:cNvPr>
            <p:cNvSpPr/>
            <p:nvPr/>
          </p:nvSpPr>
          <p:spPr>
            <a:xfrm>
              <a:off x="5671456" y="4955708"/>
              <a:ext cx="1133554" cy="241825"/>
            </a:xfrm>
            <a:prstGeom prst="roundRect">
              <a:avLst>
                <a:gd name="adj" fmla="val 18750"/>
              </a:avLst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52">
              <a:extLst>
                <a:ext uri="{FF2B5EF4-FFF2-40B4-BE49-F238E27FC236}">
                  <a16:creationId xmlns:a16="http://schemas.microsoft.com/office/drawing/2014/main" id="{DEE7FFB9-697D-660D-7713-E752A80DE7E7}"/>
                </a:ext>
              </a:extLst>
            </p:cNvPr>
            <p:cNvSpPr/>
            <p:nvPr/>
          </p:nvSpPr>
          <p:spPr>
            <a:xfrm>
              <a:off x="5709242" y="4955708"/>
              <a:ext cx="1057983" cy="241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GATE </a:t>
              </a:r>
              <a:endParaRPr lang="en-US" sz="950"/>
            </a:p>
          </p:txBody>
        </p:sp>
        <p:sp>
          <p:nvSpPr>
            <p:cNvPr id="60" name="Shape 53">
              <a:extLst>
                <a:ext uri="{FF2B5EF4-FFF2-40B4-BE49-F238E27FC236}">
                  <a16:creationId xmlns:a16="http://schemas.microsoft.com/office/drawing/2014/main" id="{C4891C1C-82FC-FBDB-4914-4EF36CA2D7B5}"/>
                </a:ext>
              </a:extLst>
            </p:cNvPr>
            <p:cNvSpPr/>
            <p:nvPr/>
          </p:nvSpPr>
          <p:spPr>
            <a:xfrm>
              <a:off x="7522266" y="3716356"/>
              <a:ext cx="2114645" cy="1571861"/>
            </a:xfrm>
            <a:prstGeom prst="roundRect">
              <a:avLst>
                <a:gd name="adj" fmla="val 4327"/>
              </a:avLst>
            </a:prstGeom>
            <a:solidFill>
              <a:srgbClr val="FFFFFF"/>
            </a:solidFill>
            <a:ln w="12700">
              <a:solidFill>
                <a:srgbClr val="D7DDE6"/>
              </a:solidFill>
              <a:prstDash val="solid"/>
            </a:ln>
            <a:effectLst>
              <a:outerShdw blurRad="63500" dist="25400" dir="5400000" algn="bl" rotWithShape="0">
                <a:srgbClr val="9AA6B6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54">
              <a:extLst>
                <a:ext uri="{FF2B5EF4-FFF2-40B4-BE49-F238E27FC236}">
                  <a16:creationId xmlns:a16="http://schemas.microsoft.com/office/drawing/2014/main" id="{A0D9E696-8735-6240-64E1-E29279687DC4}"/>
                </a:ext>
              </a:extLst>
            </p:cNvPr>
            <p:cNvSpPr/>
            <p:nvPr/>
          </p:nvSpPr>
          <p:spPr>
            <a:xfrm>
              <a:off x="7643179" y="3822154"/>
              <a:ext cx="256939" cy="256939"/>
            </a:xfrm>
            <a:prstGeom prst="ellipse">
              <a:avLst/>
            </a:prstGeom>
            <a:solidFill>
              <a:srgbClr val="EAF1F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55">
              <a:extLst>
                <a:ext uri="{FF2B5EF4-FFF2-40B4-BE49-F238E27FC236}">
                  <a16:creationId xmlns:a16="http://schemas.microsoft.com/office/drawing/2014/main" id="{499213C6-197E-28D7-9668-296143482FED}"/>
                </a:ext>
              </a:extLst>
            </p:cNvPr>
            <p:cNvSpPr/>
            <p:nvPr/>
          </p:nvSpPr>
          <p:spPr>
            <a:xfrm>
              <a:off x="7643179" y="3822154"/>
              <a:ext cx="256939" cy="2569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F3864"/>
                  </a:solidFill>
                  <a:ea typeface="Calibri" pitchFamily="34" charset="-122"/>
                  <a:cs typeface="Calibri" pitchFamily="34" charset="-120"/>
                </a:rPr>
                <a:t>9</a:t>
              </a:r>
              <a:endParaRPr lang="en-US" sz="1300"/>
            </a:p>
          </p:txBody>
        </p:sp>
        <p:sp>
          <p:nvSpPr>
            <p:cNvPr id="63" name="Shape 56">
              <a:extLst>
                <a:ext uri="{FF2B5EF4-FFF2-40B4-BE49-F238E27FC236}">
                  <a16:creationId xmlns:a16="http://schemas.microsoft.com/office/drawing/2014/main" id="{98D2B151-AA81-BF91-197C-D968B9619425}"/>
                </a:ext>
              </a:extLst>
            </p:cNvPr>
            <p:cNvSpPr/>
            <p:nvPr/>
          </p:nvSpPr>
          <p:spPr>
            <a:xfrm>
              <a:off x="8307536" y="4018637"/>
              <a:ext cx="544106" cy="544106"/>
            </a:xfrm>
            <a:prstGeom prst="ellipse">
              <a:avLst/>
            </a:prstGeom>
            <a:solidFill>
              <a:srgbClr val="1F3864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64" name="Image 8" descr="preencoded.png">
              <a:extLst>
                <a:ext uri="{FF2B5EF4-FFF2-40B4-BE49-F238E27FC236}">
                  <a16:creationId xmlns:a16="http://schemas.microsoft.com/office/drawing/2014/main" id="{87A3CE0A-6B1D-DEFC-9544-25E322B80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54445" y="4165545"/>
              <a:ext cx="250288" cy="250288"/>
            </a:xfrm>
            <a:prstGeom prst="rect">
              <a:avLst/>
            </a:prstGeom>
          </p:spPr>
        </p:pic>
        <p:sp>
          <p:nvSpPr>
            <p:cNvPr id="65" name="Text 57">
              <a:extLst>
                <a:ext uri="{FF2B5EF4-FFF2-40B4-BE49-F238E27FC236}">
                  <a16:creationId xmlns:a16="http://schemas.microsoft.com/office/drawing/2014/main" id="{7721192B-DC5D-A171-D6CF-50DC97445223}"/>
                </a:ext>
              </a:extLst>
            </p:cNvPr>
            <p:cNvSpPr/>
            <p:nvPr/>
          </p:nvSpPr>
          <p:spPr>
            <a:xfrm>
              <a:off x="7597837" y="4592971"/>
              <a:ext cx="1963504" cy="2569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>
                  <a:solidFill>
                    <a:srgbClr val="1F3864"/>
                  </a:solidFill>
                  <a:ea typeface="Calibri" pitchFamily="34" charset="-122"/>
                  <a:cs typeface="Calibri" pitchFamily="34" charset="-120"/>
                </a:rPr>
                <a:t>Proposal/Term Sheet</a:t>
              </a:r>
              <a:endParaRPr lang="en-US" sz="1250"/>
            </a:p>
          </p:txBody>
        </p:sp>
        <p:sp>
          <p:nvSpPr>
            <p:cNvPr id="66" name="Shape 58">
              <a:extLst>
                <a:ext uri="{FF2B5EF4-FFF2-40B4-BE49-F238E27FC236}">
                  <a16:creationId xmlns:a16="http://schemas.microsoft.com/office/drawing/2014/main" id="{CC03E133-61AC-356D-EDA0-E3BBB7B4DF02}"/>
                </a:ext>
              </a:extLst>
            </p:cNvPr>
            <p:cNvSpPr/>
            <p:nvPr/>
          </p:nvSpPr>
          <p:spPr>
            <a:xfrm>
              <a:off x="8012812" y="4955708"/>
              <a:ext cx="1133554" cy="241825"/>
            </a:xfrm>
            <a:prstGeom prst="roundRect">
              <a:avLst>
                <a:gd name="adj" fmla="val 18750"/>
              </a:avLst>
            </a:prstGeom>
            <a:solidFill>
              <a:srgbClr val="1F3864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 59">
              <a:extLst>
                <a:ext uri="{FF2B5EF4-FFF2-40B4-BE49-F238E27FC236}">
                  <a16:creationId xmlns:a16="http://schemas.microsoft.com/office/drawing/2014/main" id="{6C6FEC2B-AA0A-940D-67DA-0EA7C52CD89C}"/>
                </a:ext>
              </a:extLst>
            </p:cNvPr>
            <p:cNvSpPr/>
            <p:nvPr/>
          </p:nvSpPr>
          <p:spPr>
            <a:xfrm>
              <a:off x="8050597" y="4955708"/>
              <a:ext cx="1057983" cy="241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DEL</a:t>
              </a:r>
              <a:endParaRPr lang="en-US" sz="950"/>
            </a:p>
          </p:txBody>
        </p:sp>
      </p:grpSp>
      <p:sp>
        <p:nvSpPr>
          <p:cNvPr id="68" name="Shape 60">
            <a:extLst>
              <a:ext uri="{FF2B5EF4-FFF2-40B4-BE49-F238E27FC236}">
                <a16:creationId xmlns:a16="http://schemas.microsoft.com/office/drawing/2014/main" id="{B4D5CA9F-CFFF-BD4E-ED4E-7C8528701020}"/>
              </a:ext>
            </a:extLst>
          </p:cNvPr>
          <p:cNvSpPr/>
          <p:nvPr/>
        </p:nvSpPr>
        <p:spPr>
          <a:xfrm>
            <a:off x="532649" y="5988054"/>
            <a:ext cx="120912" cy="120912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 sz="900"/>
          </a:p>
        </p:txBody>
      </p:sp>
      <p:sp>
        <p:nvSpPr>
          <p:cNvPr id="69" name="Text 61">
            <a:extLst>
              <a:ext uri="{FF2B5EF4-FFF2-40B4-BE49-F238E27FC236}">
                <a16:creationId xmlns:a16="http://schemas.microsoft.com/office/drawing/2014/main" id="{93D7C77A-144B-2C84-E660-D6B8EDB17E67}"/>
              </a:ext>
            </a:extLst>
          </p:cNvPr>
          <p:cNvSpPr/>
          <p:nvPr/>
        </p:nvSpPr>
        <p:spPr>
          <a:xfrm>
            <a:off x="698904" y="5927598"/>
            <a:ext cx="1027755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C6776"/>
                </a:solidFill>
                <a:ea typeface="Calibri" pitchFamily="34" charset="-122"/>
                <a:cs typeface="Calibri" pitchFamily="34" charset="-120"/>
              </a:rPr>
              <a:t>DEL-controlled</a:t>
            </a:r>
            <a:endParaRPr lang="en-US" sz="900"/>
          </a:p>
        </p:txBody>
      </p:sp>
      <p:sp>
        <p:nvSpPr>
          <p:cNvPr id="70" name="Shape 62">
            <a:extLst>
              <a:ext uri="{FF2B5EF4-FFF2-40B4-BE49-F238E27FC236}">
                <a16:creationId xmlns:a16="http://schemas.microsoft.com/office/drawing/2014/main" id="{B9BE7D5D-DCC9-91E9-FD62-5E5F7058DBBD}"/>
              </a:ext>
            </a:extLst>
          </p:cNvPr>
          <p:cNvSpPr/>
          <p:nvPr/>
        </p:nvSpPr>
        <p:spPr>
          <a:xfrm>
            <a:off x="1976041" y="5988054"/>
            <a:ext cx="120912" cy="120912"/>
          </a:xfrm>
          <a:prstGeom prst="ellipse">
            <a:avLst/>
          </a:prstGeom>
          <a:solidFill>
            <a:srgbClr val="D98A0B"/>
          </a:solidFill>
          <a:ln/>
        </p:spPr>
        <p:txBody>
          <a:bodyPr/>
          <a:lstStyle/>
          <a:p>
            <a:endParaRPr lang="en-US" sz="900"/>
          </a:p>
        </p:txBody>
      </p:sp>
      <p:sp>
        <p:nvSpPr>
          <p:cNvPr id="71" name="Text 63">
            <a:extLst>
              <a:ext uri="{FF2B5EF4-FFF2-40B4-BE49-F238E27FC236}">
                <a16:creationId xmlns:a16="http://schemas.microsoft.com/office/drawing/2014/main" id="{D20648ED-E5EC-3DB7-F4F9-AAF169169800}"/>
              </a:ext>
            </a:extLst>
          </p:cNvPr>
          <p:cNvSpPr/>
          <p:nvPr/>
        </p:nvSpPr>
        <p:spPr>
          <a:xfrm>
            <a:off x="2142296" y="5927598"/>
            <a:ext cx="1118439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C6776"/>
                </a:solidFill>
                <a:ea typeface="Calibri" pitchFamily="34" charset="-122"/>
                <a:cs typeface="Calibri" pitchFamily="34" charset="-120"/>
              </a:rPr>
              <a:t>Customer-dependent</a:t>
            </a:r>
            <a:endParaRPr lang="en-US" sz="900"/>
          </a:p>
        </p:txBody>
      </p:sp>
      <p:sp>
        <p:nvSpPr>
          <p:cNvPr id="72" name="Shape 64">
            <a:extLst>
              <a:ext uri="{FF2B5EF4-FFF2-40B4-BE49-F238E27FC236}">
                <a16:creationId xmlns:a16="http://schemas.microsoft.com/office/drawing/2014/main" id="{C530B214-C590-D721-0230-8DE0FD615683}"/>
              </a:ext>
            </a:extLst>
          </p:cNvPr>
          <p:cNvSpPr/>
          <p:nvPr/>
        </p:nvSpPr>
        <p:spPr>
          <a:xfrm>
            <a:off x="3676372" y="5988054"/>
            <a:ext cx="120912" cy="12091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900"/>
          </a:p>
        </p:txBody>
      </p:sp>
      <p:sp>
        <p:nvSpPr>
          <p:cNvPr id="73" name="Text 65">
            <a:extLst>
              <a:ext uri="{FF2B5EF4-FFF2-40B4-BE49-F238E27FC236}">
                <a16:creationId xmlns:a16="http://schemas.microsoft.com/office/drawing/2014/main" id="{CB528464-3A9C-53C7-0F8F-2B7F130EFD6F}"/>
              </a:ext>
            </a:extLst>
          </p:cNvPr>
          <p:cNvSpPr/>
          <p:nvPr/>
        </p:nvSpPr>
        <p:spPr>
          <a:xfrm>
            <a:off x="3842626" y="5927598"/>
            <a:ext cx="605277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C6776"/>
                </a:solidFill>
                <a:ea typeface="Calibri" pitchFamily="34" charset="-122"/>
                <a:cs typeface="Calibri" pitchFamily="34" charset="-120"/>
              </a:rPr>
              <a:t>Joint</a:t>
            </a:r>
            <a:endParaRPr lang="en-US" sz="900"/>
          </a:p>
        </p:txBody>
      </p:sp>
      <p:sp>
        <p:nvSpPr>
          <p:cNvPr id="74" name="Shape 66">
            <a:extLst>
              <a:ext uri="{FF2B5EF4-FFF2-40B4-BE49-F238E27FC236}">
                <a16:creationId xmlns:a16="http://schemas.microsoft.com/office/drawing/2014/main" id="{B4BC4C6C-1934-7AF5-FEF1-C3FBD9BBD359}"/>
              </a:ext>
            </a:extLst>
          </p:cNvPr>
          <p:cNvSpPr/>
          <p:nvPr/>
        </p:nvSpPr>
        <p:spPr>
          <a:xfrm>
            <a:off x="4541651" y="5988054"/>
            <a:ext cx="120912" cy="120912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 sz="900"/>
          </a:p>
        </p:txBody>
      </p:sp>
      <p:sp>
        <p:nvSpPr>
          <p:cNvPr id="75" name="Text 67">
            <a:extLst>
              <a:ext uri="{FF2B5EF4-FFF2-40B4-BE49-F238E27FC236}">
                <a16:creationId xmlns:a16="http://schemas.microsoft.com/office/drawing/2014/main" id="{2F779DF5-4F20-2F12-18FB-1423549099E6}"/>
              </a:ext>
            </a:extLst>
          </p:cNvPr>
          <p:cNvSpPr/>
          <p:nvPr/>
        </p:nvSpPr>
        <p:spPr>
          <a:xfrm>
            <a:off x="4707906" y="5927598"/>
            <a:ext cx="1813686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5C6776"/>
                </a:solidFill>
                <a:ea typeface="Calibri" pitchFamily="34" charset="-122"/>
                <a:cs typeface="Calibri" pitchFamily="34" charset="-120"/>
              </a:rPr>
              <a:t>Decision gate</a:t>
            </a:r>
            <a:endParaRPr lang="en-US" sz="90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C8B8B26-3875-08FD-410C-3BC98BFE6273}"/>
              </a:ext>
            </a:extLst>
          </p:cNvPr>
          <p:cNvGrpSpPr/>
          <p:nvPr/>
        </p:nvGrpSpPr>
        <p:grpSpPr>
          <a:xfrm>
            <a:off x="2752197" y="1841245"/>
            <a:ext cx="2114645" cy="1571861"/>
            <a:chOff x="2638843" y="1847367"/>
            <a:chExt cx="2114645" cy="1571861"/>
          </a:xfrm>
        </p:grpSpPr>
        <p:sp>
          <p:nvSpPr>
            <p:cNvPr id="82" name="Shape 4">
              <a:extLst>
                <a:ext uri="{FF2B5EF4-FFF2-40B4-BE49-F238E27FC236}">
                  <a16:creationId xmlns:a16="http://schemas.microsoft.com/office/drawing/2014/main" id="{A0857AB1-96A3-3E08-4849-5116A52BBFC0}"/>
                </a:ext>
              </a:extLst>
            </p:cNvPr>
            <p:cNvSpPr/>
            <p:nvPr/>
          </p:nvSpPr>
          <p:spPr>
            <a:xfrm>
              <a:off x="2638843" y="1847367"/>
              <a:ext cx="2114645" cy="1571861"/>
            </a:xfrm>
            <a:prstGeom prst="roundRect">
              <a:avLst>
                <a:gd name="adj" fmla="val 4327"/>
              </a:avLst>
            </a:prstGeom>
            <a:solidFill>
              <a:srgbClr val="FFFFFF"/>
            </a:solidFill>
            <a:ln w="12700">
              <a:solidFill>
                <a:srgbClr val="D7DDE6"/>
              </a:solidFill>
              <a:prstDash val="solid"/>
            </a:ln>
            <a:effectLst>
              <a:outerShdw blurRad="63500" dist="25400" dir="5400000" algn="bl" rotWithShape="0">
                <a:srgbClr val="9AA6B6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Shape 5">
              <a:extLst>
                <a:ext uri="{FF2B5EF4-FFF2-40B4-BE49-F238E27FC236}">
                  <a16:creationId xmlns:a16="http://schemas.microsoft.com/office/drawing/2014/main" id="{BB1B3D79-1900-23F5-FF5F-6B81ADAFE595}"/>
                </a:ext>
              </a:extLst>
            </p:cNvPr>
            <p:cNvSpPr/>
            <p:nvPr/>
          </p:nvSpPr>
          <p:spPr>
            <a:xfrm>
              <a:off x="2759755" y="1953166"/>
              <a:ext cx="256939" cy="256939"/>
            </a:xfrm>
            <a:prstGeom prst="ellipse">
              <a:avLst/>
            </a:prstGeom>
            <a:solidFill>
              <a:srgbClr val="EAF1F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 6">
              <a:extLst>
                <a:ext uri="{FF2B5EF4-FFF2-40B4-BE49-F238E27FC236}">
                  <a16:creationId xmlns:a16="http://schemas.microsoft.com/office/drawing/2014/main" id="{5EDF4C06-831F-14EA-0F07-F22899609DF5}"/>
                </a:ext>
              </a:extLst>
            </p:cNvPr>
            <p:cNvSpPr/>
            <p:nvPr/>
          </p:nvSpPr>
          <p:spPr>
            <a:xfrm>
              <a:off x="2759755" y="1953166"/>
              <a:ext cx="256939" cy="2569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F3864"/>
                  </a:solidFill>
                  <a:ea typeface="Calibri" pitchFamily="34" charset="-122"/>
                  <a:cs typeface="Calibri" pitchFamily="34" charset="-120"/>
                </a:rPr>
                <a:t>2</a:t>
              </a:r>
              <a:endParaRPr lang="en-US" sz="1300"/>
            </a:p>
          </p:txBody>
        </p:sp>
        <p:sp>
          <p:nvSpPr>
            <p:cNvPr id="85" name="Shape 7">
              <a:extLst>
                <a:ext uri="{FF2B5EF4-FFF2-40B4-BE49-F238E27FC236}">
                  <a16:creationId xmlns:a16="http://schemas.microsoft.com/office/drawing/2014/main" id="{077BAE1B-66BA-C0BD-A77B-D1DCF8E70F86}"/>
                </a:ext>
              </a:extLst>
            </p:cNvPr>
            <p:cNvSpPr/>
            <p:nvPr/>
          </p:nvSpPr>
          <p:spPr>
            <a:xfrm>
              <a:off x="3424112" y="2149648"/>
              <a:ext cx="544106" cy="544106"/>
            </a:xfrm>
            <a:prstGeom prst="ellipse">
              <a:avLst/>
            </a:prstGeom>
            <a:solidFill>
              <a:srgbClr val="1F3864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86" name="Image 1" descr="preencoded.png">
              <a:extLst>
                <a:ext uri="{FF2B5EF4-FFF2-40B4-BE49-F238E27FC236}">
                  <a16:creationId xmlns:a16="http://schemas.microsoft.com/office/drawing/2014/main" id="{1182A1E3-E09F-4C81-9D3A-308EB388F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71021" y="2296557"/>
              <a:ext cx="250288" cy="250288"/>
            </a:xfrm>
            <a:prstGeom prst="rect">
              <a:avLst/>
            </a:prstGeom>
          </p:spPr>
        </p:pic>
        <p:sp>
          <p:nvSpPr>
            <p:cNvPr id="87" name="Text 8">
              <a:extLst>
                <a:ext uri="{FF2B5EF4-FFF2-40B4-BE49-F238E27FC236}">
                  <a16:creationId xmlns:a16="http://schemas.microsoft.com/office/drawing/2014/main" id="{0DEC2DF2-EE5F-11FC-14AF-3A7C66E68214}"/>
                </a:ext>
              </a:extLst>
            </p:cNvPr>
            <p:cNvSpPr/>
            <p:nvPr/>
          </p:nvSpPr>
          <p:spPr>
            <a:xfrm>
              <a:off x="2714413" y="2723982"/>
              <a:ext cx="1963504" cy="2569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>
                  <a:solidFill>
                    <a:srgbClr val="1F3864"/>
                  </a:solidFill>
                  <a:ea typeface="Calibri" pitchFamily="34" charset="-122"/>
                  <a:cs typeface="Calibri" pitchFamily="34" charset="-120"/>
                </a:rPr>
                <a:t>NDA/MoU</a:t>
              </a:r>
              <a:endParaRPr lang="en-US" sz="1250"/>
            </a:p>
          </p:txBody>
        </p:sp>
        <p:sp>
          <p:nvSpPr>
            <p:cNvPr id="88" name="Shape 9">
              <a:extLst>
                <a:ext uri="{FF2B5EF4-FFF2-40B4-BE49-F238E27FC236}">
                  <a16:creationId xmlns:a16="http://schemas.microsoft.com/office/drawing/2014/main" id="{0C2C8140-CAFB-F5D1-7EE3-53540731C8E5}"/>
                </a:ext>
              </a:extLst>
            </p:cNvPr>
            <p:cNvSpPr/>
            <p:nvPr/>
          </p:nvSpPr>
          <p:spPr>
            <a:xfrm>
              <a:off x="3129388" y="3086719"/>
              <a:ext cx="1133554" cy="241825"/>
            </a:xfrm>
            <a:prstGeom prst="roundRect">
              <a:avLst>
                <a:gd name="adj" fmla="val 18750"/>
              </a:avLst>
            </a:prstGeom>
            <a:solidFill>
              <a:srgbClr val="1C729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 10">
              <a:extLst>
                <a:ext uri="{FF2B5EF4-FFF2-40B4-BE49-F238E27FC236}">
                  <a16:creationId xmlns:a16="http://schemas.microsoft.com/office/drawing/2014/main" id="{9498619D-3EC6-2BAD-75BA-7A07B09E4584}"/>
                </a:ext>
              </a:extLst>
            </p:cNvPr>
            <p:cNvSpPr/>
            <p:nvPr/>
          </p:nvSpPr>
          <p:spPr>
            <a:xfrm>
              <a:off x="3167174" y="3086719"/>
              <a:ext cx="1057983" cy="241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JOINT</a:t>
              </a:r>
              <a:endParaRPr lang="en-US" sz="950"/>
            </a:p>
          </p:txBody>
        </p:sp>
      </p:grpSp>
      <p:pic>
        <p:nvPicPr>
          <p:cNvPr id="94" name="Graphic 93" descr="Cut with solid fill">
            <a:extLst>
              <a:ext uri="{FF2B5EF4-FFF2-40B4-BE49-F238E27FC236}">
                <a16:creationId xmlns:a16="http://schemas.microsoft.com/office/drawing/2014/main" id="{09A93D4D-6676-CD41-836B-3DA1194CAD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9202" y="2210105"/>
            <a:ext cx="417071" cy="41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686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258A46-0A6E-774D-CC5B-6FF574F6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9D6D52AF-70DF-0C22-1427-77F8F96BF96D}"/>
              </a:ext>
            </a:extLst>
          </p:cNvPr>
          <p:cNvSpPr txBox="1"/>
          <p:nvPr/>
        </p:nvSpPr>
        <p:spPr>
          <a:xfrm>
            <a:off x="358129" y="160493"/>
            <a:ext cx="9960457" cy="5070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200" b="1" noProof="0">
                <a:solidFill>
                  <a:srgbClr val="054D4D"/>
                </a:solidFill>
                <a:cs typeface="Arial" panose="020B0604020202020204" pitchFamily="34" charset="0"/>
              </a:rPr>
              <a:t>CLOSING THE DEAL</a:t>
            </a:r>
          </a:p>
        </p:txBody>
      </p:sp>
      <p:sp>
        <p:nvSpPr>
          <p:cNvPr id="123" name="Text 2">
            <a:extLst>
              <a:ext uri="{FF2B5EF4-FFF2-40B4-BE49-F238E27FC236}">
                <a16:creationId xmlns:a16="http://schemas.microsoft.com/office/drawing/2014/main" id="{FBF7335B-9E09-D49E-C9E2-93DAF169CB95}"/>
              </a:ext>
            </a:extLst>
          </p:cNvPr>
          <p:cNvSpPr/>
          <p:nvPr/>
        </p:nvSpPr>
        <p:spPr>
          <a:xfrm>
            <a:off x="472115" y="645782"/>
            <a:ext cx="11338560" cy="318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i="1" noProof="0">
                <a:solidFill>
                  <a:srgbClr val="4A5568"/>
                </a:solidFill>
                <a:cs typeface="Arial" panose="020B0604020202020204" pitchFamily="34" charset="0"/>
              </a:rPr>
              <a:t>Conversion to Revenue</a:t>
            </a:r>
          </a:p>
        </p:txBody>
      </p:sp>
      <p:sp>
        <p:nvSpPr>
          <p:cNvPr id="124" name="Shape 3">
            <a:extLst>
              <a:ext uri="{FF2B5EF4-FFF2-40B4-BE49-F238E27FC236}">
                <a16:creationId xmlns:a16="http://schemas.microsoft.com/office/drawing/2014/main" id="{5C52FE4A-9232-A2D9-2989-6909593EC1AE}"/>
              </a:ext>
            </a:extLst>
          </p:cNvPr>
          <p:cNvSpPr/>
          <p:nvPr/>
        </p:nvSpPr>
        <p:spPr>
          <a:xfrm>
            <a:off x="438994" y="930402"/>
            <a:ext cx="11338560" cy="0"/>
          </a:xfrm>
          <a:prstGeom prst="line">
            <a:avLst/>
          </a:prstGeom>
          <a:noFill/>
          <a:ln w="10160">
            <a:solidFill>
              <a:srgbClr val="1A9E9E"/>
            </a:solidFill>
            <a:prstDash val="solid"/>
          </a:ln>
        </p:spPr>
        <p:txBody>
          <a:bodyPr/>
          <a:lstStyle/>
          <a:p>
            <a:endParaRPr lang="en-GB" sz="2400" noProof="0"/>
          </a:p>
        </p:txBody>
      </p:sp>
      <p:sp>
        <p:nvSpPr>
          <p:cNvPr id="79" name="Text 3">
            <a:extLst>
              <a:ext uri="{FF2B5EF4-FFF2-40B4-BE49-F238E27FC236}">
                <a16:creationId xmlns:a16="http://schemas.microsoft.com/office/drawing/2014/main" id="{529D7021-B338-E405-8C0F-9AFAB63746BC}"/>
              </a:ext>
            </a:extLst>
          </p:cNvPr>
          <p:cNvSpPr/>
          <p:nvPr/>
        </p:nvSpPr>
        <p:spPr>
          <a:xfrm>
            <a:off x="472115" y="118268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 the opportunity is converted — from proposal to signed contract, onboarding, implementation and finally live revenue at COD. Contract signing is the handover point to Commercial Operations.</a:t>
            </a:r>
            <a:endParaRPr lang="en-US" sz="1300"/>
          </a:p>
        </p:txBody>
      </p:sp>
      <p:sp>
        <p:nvSpPr>
          <p:cNvPr id="80" name="Shape 4">
            <a:extLst>
              <a:ext uri="{FF2B5EF4-FFF2-40B4-BE49-F238E27FC236}">
                <a16:creationId xmlns:a16="http://schemas.microsoft.com/office/drawing/2014/main" id="{57BD8A09-4BB2-1B86-C6CB-8B6E5A99C686}"/>
              </a:ext>
            </a:extLst>
          </p:cNvPr>
          <p:cNvSpPr/>
          <p:nvPr/>
        </p:nvSpPr>
        <p:spPr>
          <a:xfrm>
            <a:off x="715988" y="2078022"/>
            <a:ext cx="1284694" cy="1662545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1" name="Shape 5">
            <a:extLst>
              <a:ext uri="{FF2B5EF4-FFF2-40B4-BE49-F238E27FC236}">
                <a16:creationId xmlns:a16="http://schemas.microsoft.com/office/drawing/2014/main" id="{50AFAE2B-6B15-DC7C-9269-43CFE5AB45E4}"/>
              </a:ext>
            </a:extLst>
          </p:cNvPr>
          <p:cNvSpPr/>
          <p:nvPr/>
        </p:nvSpPr>
        <p:spPr>
          <a:xfrm>
            <a:off x="1063611" y="2274505"/>
            <a:ext cx="589448" cy="589448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2" name="Image 1" descr="preencoded.png">
            <a:extLst>
              <a:ext uri="{FF2B5EF4-FFF2-40B4-BE49-F238E27FC236}">
                <a16:creationId xmlns:a16="http://schemas.microsoft.com/office/drawing/2014/main" id="{3949A5CB-F51D-0DEA-63FB-0945B44FB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762" y="2433656"/>
            <a:ext cx="271146" cy="271146"/>
          </a:xfrm>
          <a:prstGeom prst="rect">
            <a:avLst/>
          </a:prstGeom>
        </p:spPr>
      </p:pic>
      <p:sp>
        <p:nvSpPr>
          <p:cNvPr id="83" name="Text 6">
            <a:extLst>
              <a:ext uri="{FF2B5EF4-FFF2-40B4-BE49-F238E27FC236}">
                <a16:creationId xmlns:a16="http://schemas.microsoft.com/office/drawing/2014/main" id="{46355F01-8391-9B7F-8D08-C8FDD8BAE39D}"/>
              </a:ext>
            </a:extLst>
          </p:cNvPr>
          <p:cNvSpPr/>
          <p:nvPr/>
        </p:nvSpPr>
        <p:spPr>
          <a:xfrm>
            <a:off x="776444" y="2969751"/>
            <a:ext cx="1163782" cy="39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10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100"/>
          </a:p>
        </p:txBody>
      </p:sp>
      <p:sp>
        <p:nvSpPr>
          <p:cNvPr id="84" name="Shape 7">
            <a:extLst>
              <a:ext uri="{FF2B5EF4-FFF2-40B4-BE49-F238E27FC236}">
                <a16:creationId xmlns:a16="http://schemas.microsoft.com/office/drawing/2014/main" id="{9BF77C7C-E487-9815-4A78-8F1D36BDF09B}"/>
              </a:ext>
            </a:extLst>
          </p:cNvPr>
          <p:cNvSpPr/>
          <p:nvPr/>
        </p:nvSpPr>
        <p:spPr>
          <a:xfrm>
            <a:off x="852014" y="3392944"/>
            <a:ext cx="1012641" cy="241825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">
            <a:extLst>
              <a:ext uri="{FF2B5EF4-FFF2-40B4-BE49-F238E27FC236}">
                <a16:creationId xmlns:a16="http://schemas.microsoft.com/office/drawing/2014/main" id="{719E0FC0-BEEF-23B0-076E-D7A297689B3F}"/>
              </a:ext>
            </a:extLst>
          </p:cNvPr>
          <p:cNvSpPr/>
          <p:nvPr/>
        </p:nvSpPr>
        <p:spPr>
          <a:xfrm>
            <a:off x="889800" y="3392944"/>
            <a:ext cx="937071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</a:t>
            </a:r>
            <a:endParaRPr lang="en-US" sz="900"/>
          </a:p>
        </p:txBody>
      </p:sp>
      <p:sp>
        <p:nvSpPr>
          <p:cNvPr id="86" name="Shape 9">
            <a:extLst>
              <a:ext uri="{FF2B5EF4-FFF2-40B4-BE49-F238E27FC236}">
                <a16:creationId xmlns:a16="http://schemas.microsoft.com/office/drawing/2014/main" id="{D34816EB-A08A-5E32-CB15-EAD6E5286BD1}"/>
              </a:ext>
            </a:extLst>
          </p:cNvPr>
          <p:cNvSpPr/>
          <p:nvPr/>
        </p:nvSpPr>
        <p:spPr>
          <a:xfrm>
            <a:off x="2038467" y="2773268"/>
            <a:ext cx="166255" cy="272053"/>
          </a:xfrm>
          <a:prstGeom prst="chevron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7B913F-8DF4-F4FF-58D9-1CA1DD94C741}"/>
              </a:ext>
            </a:extLst>
          </p:cNvPr>
          <p:cNvGrpSpPr/>
          <p:nvPr/>
        </p:nvGrpSpPr>
        <p:grpSpPr>
          <a:xfrm>
            <a:off x="2242507" y="2078022"/>
            <a:ext cx="1488734" cy="1662545"/>
            <a:chOff x="1998634" y="2088514"/>
            <a:chExt cx="1488734" cy="1662545"/>
          </a:xfrm>
        </p:grpSpPr>
        <p:sp>
          <p:nvSpPr>
            <p:cNvPr id="87" name="Shape 10">
              <a:extLst>
                <a:ext uri="{FF2B5EF4-FFF2-40B4-BE49-F238E27FC236}">
                  <a16:creationId xmlns:a16="http://schemas.microsoft.com/office/drawing/2014/main" id="{DD41AEF2-14D2-7334-EBBC-34C75DA3CF92}"/>
                </a:ext>
              </a:extLst>
            </p:cNvPr>
            <p:cNvSpPr/>
            <p:nvPr/>
          </p:nvSpPr>
          <p:spPr>
            <a:xfrm>
              <a:off x="1998634" y="2088514"/>
              <a:ext cx="1284694" cy="1662545"/>
            </a:xfrm>
            <a:prstGeom prst="roundRect">
              <a:avLst>
                <a:gd name="adj" fmla="val 5294"/>
              </a:avLst>
            </a:prstGeom>
            <a:solidFill>
              <a:srgbClr val="FFFFFF"/>
            </a:solidFill>
            <a:ln w="12700">
              <a:solidFill>
                <a:srgbClr val="D7DDE6"/>
              </a:solidFill>
              <a:prstDash val="solid"/>
            </a:ln>
            <a:effectLst>
              <a:outerShdw blurRad="63500" dist="25400" dir="5400000" algn="bl" rotWithShape="0">
                <a:srgbClr val="9AA6B6">
                  <a:alpha val="2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Shape 11">
              <a:extLst>
                <a:ext uri="{FF2B5EF4-FFF2-40B4-BE49-F238E27FC236}">
                  <a16:creationId xmlns:a16="http://schemas.microsoft.com/office/drawing/2014/main" id="{A79BC4D8-41A1-19E4-FEBC-B9D85A16CEC4}"/>
                </a:ext>
              </a:extLst>
            </p:cNvPr>
            <p:cNvSpPr/>
            <p:nvPr/>
          </p:nvSpPr>
          <p:spPr>
            <a:xfrm>
              <a:off x="2346257" y="2284997"/>
              <a:ext cx="589448" cy="589448"/>
            </a:xfrm>
            <a:prstGeom prst="ellipse">
              <a:avLst/>
            </a:prstGeom>
            <a:solidFill>
              <a:srgbClr val="1F3864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89" name="Image 2" descr="preencoded.png">
              <a:extLst>
                <a:ext uri="{FF2B5EF4-FFF2-40B4-BE49-F238E27FC236}">
                  <a16:creationId xmlns:a16="http://schemas.microsoft.com/office/drawing/2014/main" id="{9FB4A476-4B6A-54C7-851F-E09CA72CD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05408" y="2444148"/>
              <a:ext cx="271146" cy="271146"/>
            </a:xfrm>
            <a:prstGeom prst="rect">
              <a:avLst/>
            </a:prstGeom>
          </p:spPr>
        </p:pic>
        <p:sp>
          <p:nvSpPr>
            <p:cNvPr id="90" name="Text 12">
              <a:extLst>
                <a:ext uri="{FF2B5EF4-FFF2-40B4-BE49-F238E27FC236}">
                  <a16:creationId xmlns:a16="http://schemas.microsoft.com/office/drawing/2014/main" id="{8BA7C388-20BA-FF7D-AB12-2597255C799D}"/>
                </a:ext>
              </a:extLst>
            </p:cNvPr>
            <p:cNvSpPr/>
            <p:nvPr/>
          </p:nvSpPr>
          <p:spPr>
            <a:xfrm>
              <a:off x="2059090" y="2980243"/>
              <a:ext cx="1163782" cy="3929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100" b="1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Negotiation</a:t>
              </a:r>
              <a:endParaRPr lang="en-US" sz="1100"/>
            </a:p>
          </p:txBody>
        </p:sp>
        <p:sp>
          <p:nvSpPr>
            <p:cNvPr id="91" name="Shape 13">
              <a:extLst>
                <a:ext uri="{FF2B5EF4-FFF2-40B4-BE49-F238E27FC236}">
                  <a16:creationId xmlns:a16="http://schemas.microsoft.com/office/drawing/2014/main" id="{51E633F9-1392-7070-6F82-24D3E72A3ACC}"/>
                </a:ext>
              </a:extLst>
            </p:cNvPr>
            <p:cNvSpPr/>
            <p:nvPr/>
          </p:nvSpPr>
          <p:spPr>
            <a:xfrm>
              <a:off x="2134660" y="3403436"/>
              <a:ext cx="1012641" cy="241825"/>
            </a:xfrm>
            <a:prstGeom prst="roundRect">
              <a:avLst>
                <a:gd name="adj" fmla="val 18750"/>
              </a:avLst>
            </a:prstGeom>
            <a:solidFill>
              <a:srgbClr val="1C729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Text 14">
              <a:extLst>
                <a:ext uri="{FF2B5EF4-FFF2-40B4-BE49-F238E27FC236}">
                  <a16:creationId xmlns:a16="http://schemas.microsoft.com/office/drawing/2014/main" id="{5398EA5F-8FA4-F05D-0367-B594108E7724}"/>
                </a:ext>
              </a:extLst>
            </p:cNvPr>
            <p:cNvSpPr/>
            <p:nvPr/>
          </p:nvSpPr>
          <p:spPr>
            <a:xfrm>
              <a:off x="2172446" y="3403436"/>
              <a:ext cx="937071" cy="241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JOINT</a:t>
              </a:r>
              <a:endParaRPr lang="en-US" sz="900"/>
            </a:p>
          </p:txBody>
        </p:sp>
        <p:sp>
          <p:nvSpPr>
            <p:cNvPr id="93" name="Shape 15">
              <a:extLst>
                <a:ext uri="{FF2B5EF4-FFF2-40B4-BE49-F238E27FC236}">
                  <a16:creationId xmlns:a16="http://schemas.microsoft.com/office/drawing/2014/main" id="{C1CCE907-E6D9-1B96-01D3-C1EE2B3E6783}"/>
                </a:ext>
              </a:extLst>
            </p:cNvPr>
            <p:cNvSpPr/>
            <p:nvPr/>
          </p:nvSpPr>
          <p:spPr>
            <a:xfrm>
              <a:off x="3321113" y="2783760"/>
              <a:ext cx="166255" cy="272053"/>
            </a:xfrm>
            <a:prstGeom prst="chevron">
              <a:avLst/>
            </a:prstGeom>
            <a:solidFill>
              <a:srgbClr val="1F3864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4" name="Shape 16">
            <a:extLst>
              <a:ext uri="{FF2B5EF4-FFF2-40B4-BE49-F238E27FC236}">
                <a16:creationId xmlns:a16="http://schemas.microsoft.com/office/drawing/2014/main" id="{814E2EE5-D23C-BE18-FD2C-951D026A1F92}"/>
              </a:ext>
            </a:extLst>
          </p:cNvPr>
          <p:cNvSpPr/>
          <p:nvPr/>
        </p:nvSpPr>
        <p:spPr>
          <a:xfrm>
            <a:off x="5439130" y="2088515"/>
            <a:ext cx="1284694" cy="1662545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9050">
            <a:solidFill>
              <a:srgbClr val="BFD9C1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5" name="Shape 17">
            <a:extLst>
              <a:ext uri="{FF2B5EF4-FFF2-40B4-BE49-F238E27FC236}">
                <a16:creationId xmlns:a16="http://schemas.microsoft.com/office/drawing/2014/main" id="{C25D0AD9-D568-3D74-E33A-C54709F6976D}"/>
              </a:ext>
            </a:extLst>
          </p:cNvPr>
          <p:cNvSpPr/>
          <p:nvPr/>
        </p:nvSpPr>
        <p:spPr>
          <a:xfrm>
            <a:off x="5786753" y="2284998"/>
            <a:ext cx="589448" cy="58944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6" name="Image 3" descr="preencoded.png">
            <a:extLst>
              <a:ext uri="{FF2B5EF4-FFF2-40B4-BE49-F238E27FC236}">
                <a16:creationId xmlns:a16="http://schemas.microsoft.com/office/drawing/2014/main" id="{560EA8D0-CA73-089F-F191-39233655B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5903" y="2444149"/>
            <a:ext cx="271146" cy="271146"/>
          </a:xfrm>
          <a:prstGeom prst="rect">
            <a:avLst/>
          </a:prstGeom>
        </p:spPr>
      </p:pic>
      <p:sp>
        <p:nvSpPr>
          <p:cNvPr id="97" name="Text 18">
            <a:extLst>
              <a:ext uri="{FF2B5EF4-FFF2-40B4-BE49-F238E27FC236}">
                <a16:creationId xmlns:a16="http://schemas.microsoft.com/office/drawing/2014/main" id="{DEA0A30F-B221-F8EA-0F44-477C8F677C59}"/>
              </a:ext>
            </a:extLst>
          </p:cNvPr>
          <p:cNvSpPr/>
          <p:nvPr/>
        </p:nvSpPr>
        <p:spPr>
          <a:xfrm>
            <a:off x="5499586" y="2980244"/>
            <a:ext cx="1163782" cy="39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Signing</a:t>
            </a:r>
            <a:endParaRPr lang="en-US" sz="110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/ GSPA</a:t>
            </a:r>
            <a:endParaRPr lang="en-US" sz="1100"/>
          </a:p>
        </p:txBody>
      </p:sp>
      <p:sp>
        <p:nvSpPr>
          <p:cNvPr id="98" name="Shape 19">
            <a:extLst>
              <a:ext uri="{FF2B5EF4-FFF2-40B4-BE49-F238E27FC236}">
                <a16:creationId xmlns:a16="http://schemas.microsoft.com/office/drawing/2014/main" id="{9605DFE4-804B-1B38-6404-285E48DEBF98}"/>
              </a:ext>
            </a:extLst>
          </p:cNvPr>
          <p:cNvSpPr/>
          <p:nvPr/>
        </p:nvSpPr>
        <p:spPr>
          <a:xfrm>
            <a:off x="5575156" y="3403437"/>
            <a:ext cx="1012641" cy="241825"/>
          </a:xfrm>
          <a:prstGeom prst="roundRect">
            <a:avLst>
              <a:gd name="adj" fmla="val 18750"/>
            </a:avLst>
          </a:prstGeom>
          <a:solidFill>
            <a:srgbClr val="D98A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20">
            <a:extLst>
              <a:ext uri="{FF2B5EF4-FFF2-40B4-BE49-F238E27FC236}">
                <a16:creationId xmlns:a16="http://schemas.microsoft.com/office/drawing/2014/main" id="{2CDA1C82-31D5-F229-DA91-808A3E0435E0}"/>
              </a:ext>
            </a:extLst>
          </p:cNvPr>
          <p:cNvSpPr/>
          <p:nvPr/>
        </p:nvSpPr>
        <p:spPr>
          <a:xfrm>
            <a:off x="5612941" y="3403437"/>
            <a:ext cx="937071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/>
          </a:p>
        </p:txBody>
      </p:sp>
      <p:sp>
        <p:nvSpPr>
          <p:cNvPr id="100" name="Shape 21">
            <a:extLst>
              <a:ext uri="{FF2B5EF4-FFF2-40B4-BE49-F238E27FC236}">
                <a16:creationId xmlns:a16="http://schemas.microsoft.com/office/drawing/2014/main" id="{9EFB08B5-506A-65D0-23A0-321C9F9BEFFC}"/>
              </a:ext>
            </a:extLst>
          </p:cNvPr>
          <p:cNvSpPr/>
          <p:nvPr/>
        </p:nvSpPr>
        <p:spPr>
          <a:xfrm>
            <a:off x="6761609" y="2783761"/>
            <a:ext cx="166255" cy="272053"/>
          </a:xfrm>
          <a:prstGeom prst="chevron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22">
            <a:extLst>
              <a:ext uri="{FF2B5EF4-FFF2-40B4-BE49-F238E27FC236}">
                <a16:creationId xmlns:a16="http://schemas.microsoft.com/office/drawing/2014/main" id="{03FA92DD-2BD9-0557-39FF-839AFA7CC8E7}"/>
              </a:ext>
            </a:extLst>
          </p:cNvPr>
          <p:cNvSpPr/>
          <p:nvPr/>
        </p:nvSpPr>
        <p:spPr>
          <a:xfrm>
            <a:off x="6965649" y="2088515"/>
            <a:ext cx="1284694" cy="1662545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Shape 23">
            <a:extLst>
              <a:ext uri="{FF2B5EF4-FFF2-40B4-BE49-F238E27FC236}">
                <a16:creationId xmlns:a16="http://schemas.microsoft.com/office/drawing/2014/main" id="{975A544A-35C7-4A51-EDD1-83600B51A621}"/>
              </a:ext>
            </a:extLst>
          </p:cNvPr>
          <p:cNvSpPr/>
          <p:nvPr/>
        </p:nvSpPr>
        <p:spPr>
          <a:xfrm>
            <a:off x="7313272" y="2284998"/>
            <a:ext cx="589448" cy="589448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3" name="Image 4" descr="preencoded.png">
            <a:extLst>
              <a:ext uri="{FF2B5EF4-FFF2-40B4-BE49-F238E27FC236}">
                <a16:creationId xmlns:a16="http://schemas.microsoft.com/office/drawing/2014/main" id="{EE39F0A9-5AD5-AE5E-3E78-43ABE0E2DE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2422" y="2444149"/>
            <a:ext cx="271146" cy="271146"/>
          </a:xfrm>
          <a:prstGeom prst="rect">
            <a:avLst/>
          </a:prstGeom>
        </p:spPr>
      </p:pic>
      <p:sp>
        <p:nvSpPr>
          <p:cNvPr id="104" name="Text 24">
            <a:extLst>
              <a:ext uri="{FF2B5EF4-FFF2-40B4-BE49-F238E27FC236}">
                <a16:creationId xmlns:a16="http://schemas.microsoft.com/office/drawing/2014/main" id="{8E693A4E-EE66-29B6-D5B7-3D8B58FD4701}"/>
              </a:ext>
            </a:extLst>
          </p:cNvPr>
          <p:cNvSpPr/>
          <p:nvPr/>
        </p:nvSpPr>
        <p:spPr>
          <a:xfrm>
            <a:off x="7026105" y="2980244"/>
            <a:ext cx="1163782" cy="39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</a:t>
            </a:r>
            <a:endParaRPr lang="en-US" sz="110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/>
          </a:p>
        </p:txBody>
      </p:sp>
      <p:sp>
        <p:nvSpPr>
          <p:cNvPr id="105" name="Shape 25">
            <a:extLst>
              <a:ext uri="{FF2B5EF4-FFF2-40B4-BE49-F238E27FC236}">
                <a16:creationId xmlns:a16="http://schemas.microsoft.com/office/drawing/2014/main" id="{8ADEB133-B4F7-50BE-3C80-284CE5D8C6D5}"/>
              </a:ext>
            </a:extLst>
          </p:cNvPr>
          <p:cNvSpPr/>
          <p:nvPr/>
        </p:nvSpPr>
        <p:spPr>
          <a:xfrm>
            <a:off x="7101675" y="3403437"/>
            <a:ext cx="1012641" cy="241825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82FF0F32-26DB-C202-E5E6-847A9416F6E4}"/>
              </a:ext>
            </a:extLst>
          </p:cNvPr>
          <p:cNvSpPr/>
          <p:nvPr/>
        </p:nvSpPr>
        <p:spPr>
          <a:xfrm>
            <a:off x="7139460" y="3403437"/>
            <a:ext cx="937071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900"/>
          </a:p>
        </p:txBody>
      </p:sp>
      <p:sp>
        <p:nvSpPr>
          <p:cNvPr id="107" name="Shape 27">
            <a:extLst>
              <a:ext uri="{FF2B5EF4-FFF2-40B4-BE49-F238E27FC236}">
                <a16:creationId xmlns:a16="http://schemas.microsoft.com/office/drawing/2014/main" id="{F30EBE5A-7C79-99CB-D756-B2AF1B29C5D8}"/>
              </a:ext>
            </a:extLst>
          </p:cNvPr>
          <p:cNvSpPr/>
          <p:nvPr/>
        </p:nvSpPr>
        <p:spPr>
          <a:xfrm>
            <a:off x="8288128" y="2783761"/>
            <a:ext cx="166255" cy="272053"/>
          </a:xfrm>
          <a:prstGeom prst="chevron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28">
            <a:extLst>
              <a:ext uri="{FF2B5EF4-FFF2-40B4-BE49-F238E27FC236}">
                <a16:creationId xmlns:a16="http://schemas.microsoft.com/office/drawing/2014/main" id="{42B22974-0976-48C1-DCB3-9FAC1B40B053}"/>
              </a:ext>
            </a:extLst>
          </p:cNvPr>
          <p:cNvSpPr/>
          <p:nvPr/>
        </p:nvSpPr>
        <p:spPr>
          <a:xfrm>
            <a:off x="8492168" y="2088515"/>
            <a:ext cx="1284694" cy="1662545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9" name="Shape 29">
            <a:extLst>
              <a:ext uri="{FF2B5EF4-FFF2-40B4-BE49-F238E27FC236}">
                <a16:creationId xmlns:a16="http://schemas.microsoft.com/office/drawing/2014/main" id="{87F49D60-5B00-164F-32B2-BB3C77720818}"/>
              </a:ext>
            </a:extLst>
          </p:cNvPr>
          <p:cNvSpPr/>
          <p:nvPr/>
        </p:nvSpPr>
        <p:spPr>
          <a:xfrm>
            <a:off x="8839791" y="2284998"/>
            <a:ext cx="589448" cy="589448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0" name="Image 5" descr="preencoded.png">
            <a:extLst>
              <a:ext uri="{FF2B5EF4-FFF2-40B4-BE49-F238E27FC236}">
                <a16:creationId xmlns:a16="http://schemas.microsoft.com/office/drawing/2014/main" id="{E28081FB-E971-66F7-3405-FD56AF7DC0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8941" y="2444149"/>
            <a:ext cx="271146" cy="271146"/>
          </a:xfrm>
          <a:prstGeom prst="rect">
            <a:avLst/>
          </a:prstGeom>
        </p:spPr>
      </p:pic>
      <p:sp>
        <p:nvSpPr>
          <p:cNvPr id="111" name="Text 30">
            <a:extLst>
              <a:ext uri="{FF2B5EF4-FFF2-40B4-BE49-F238E27FC236}">
                <a16:creationId xmlns:a16="http://schemas.microsoft.com/office/drawing/2014/main" id="{72685656-9CFF-6CD2-7004-ED55D4A5830B}"/>
              </a:ext>
            </a:extLst>
          </p:cNvPr>
          <p:cNvSpPr/>
          <p:nvPr/>
        </p:nvSpPr>
        <p:spPr>
          <a:xfrm>
            <a:off x="8552624" y="2980244"/>
            <a:ext cx="1163782" cy="39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/>
          </a:p>
        </p:txBody>
      </p:sp>
      <p:sp>
        <p:nvSpPr>
          <p:cNvPr id="112" name="Shape 31">
            <a:extLst>
              <a:ext uri="{FF2B5EF4-FFF2-40B4-BE49-F238E27FC236}">
                <a16:creationId xmlns:a16="http://schemas.microsoft.com/office/drawing/2014/main" id="{BA6371A4-EEF3-11A9-E4D1-0D5E0405D5DF}"/>
              </a:ext>
            </a:extLst>
          </p:cNvPr>
          <p:cNvSpPr/>
          <p:nvPr/>
        </p:nvSpPr>
        <p:spPr>
          <a:xfrm>
            <a:off x="8628194" y="3403437"/>
            <a:ext cx="1012641" cy="241825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32">
            <a:extLst>
              <a:ext uri="{FF2B5EF4-FFF2-40B4-BE49-F238E27FC236}">
                <a16:creationId xmlns:a16="http://schemas.microsoft.com/office/drawing/2014/main" id="{E100D02C-AED5-6680-2118-BFC2A9A7C1B9}"/>
              </a:ext>
            </a:extLst>
          </p:cNvPr>
          <p:cNvSpPr/>
          <p:nvPr/>
        </p:nvSpPr>
        <p:spPr>
          <a:xfrm>
            <a:off x="8665979" y="3403437"/>
            <a:ext cx="937071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900"/>
          </a:p>
        </p:txBody>
      </p:sp>
      <p:sp>
        <p:nvSpPr>
          <p:cNvPr id="114" name="Shape 33">
            <a:extLst>
              <a:ext uri="{FF2B5EF4-FFF2-40B4-BE49-F238E27FC236}">
                <a16:creationId xmlns:a16="http://schemas.microsoft.com/office/drawing/2014/main" id="{0F434DA7-1BF3-FCEF-6175-98526449A4CA}"/>
              </a:ext>
            </a:extLst>
          </p:cNvPr>
          <p:cNvSpPr/>
          <p:nvPr/>
        </p:nvSpPr>
        <p:spPr>
          <a:xfrm>
            <a:off x="9814647" y="2783761"/>
            <a:ext cx="166255" cy="272053"/>
          </a:xfrm>
          <a:prstGeom prst="chevron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34">
            <a:extLst>
              <a:ext uri="{FF2B5EF4-FFF2-40B4-BE49-F238E27FC236}">
                <a16:creationId xmlns:a16="http://schemas.microsoft.com/office/drawing/2014/main" id="{EDC8EC29-86B8-A4B3-1723-FE558DD74234}"/>
              </a:ext>
            </a:extLst>
          </p:cNvPr>
          <p:cNvSpPr/>
          <p:nvPr/>
        </p:nvSpPr>
        <p:spPr>
          <a:xfrm>
            <a:off x="10018687" y="2088515"/>
            <a:ext cx="1284694" cy="1662545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Shape 35">
            <a:extLst>
              <a:ext uri="{FF2B5EF4-FFF2-40B4-BE49-F238E27FC236}">
                <a16:creationId xmlns:a16="http://schemas.microsoft.com/office/drawing/2014/main" id="{368B0C07-B25B-B297-7988-3FD3223E1031}"/>
              </a:ext>
            </a:extLst>
          </p:cNvPr>
          <p:cNvSpPr/>
          <p:nvPr/>
        </p:nvSpPr>
        <p:spPr>
          <a:xfrm>
            <a:off x="10366310" y="2284998"/>
            <a:ext cx="589448" cy="58944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7" name="Image 6" descr="preencoded.png">
            <a:extLst>
              <a:ext uri="{FF2B5EF4-FFF2-40B4-BE49-F238E27FC236}">
                <a16:creationId xmlns:a16="http://schemas.microsoft.com/office/drawing/2014/main" id="{3F9C79B1-D938-FD50-78C1-2C78A6F956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5460" y="2444149"/>
            <a:ext cx="271146" cy="271146"/>
          </a:xfrm>
          <a:prstGeom prst="rect">
            <a:avLst/>
          </a:prstGeom>
        </p:spPr>
      </p:pic>
      <p:sp>
        <p:nvSpPr>
          <p:cNvPr id="118" name="Text 36">
            <a:extLst>
              <a:ext uri="{FF2B5EF4-FFF2-40B4-BE49-F238E27FC236}">
                <a16:creationId xmlns:a16="http://schemas.microsoft.com/office/drawing/2014/main" id="{815EED5C-8E1D-6A88-1306-223D66B6F69C}"/>
              </a:ext>
            </a:extLst>
          </p:cNvPr>
          <p:cNvSpPr/>
          <p:nvPr/>
        </p:nvSpPr>
        <p:spPr>
          <a:xfrm>
            <a:off x="10079143" y="2980244"/>
            <a:ext cx="1163782" cy="39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COD</a:t>
            </a:r>
            <a:endParaRPr lang="en-US" sz="1100"/>
          </a:p>
        </p:txBody>
      </p:sp>
      <p:sp>
        <p:nvSpPr>
          <p:cNvPr id="119" name="Shape 37">
            <a:extLst>
              <a:ext uri="{FF2B5EF4-FFF2-40B4-BE49-F238E27FC236}">
                <a16:creationId xmlns:a16="http://schemas.microsoft.com/office/drawing/2014/main" id="{318C01D8-D744-9A52-1524-2C0428FFFACE}"/>
              </a:ext>
            </a:extLst>
          </p:cNvPr>
          <p:cNvSpPr/>
          <p:nvPr/>
        </p:nvSpPr>
        <p:spPr>
          <a:xfrm>
            <a:off x="10154713" y="3403437"/>
            <a:ext cx="1012641" cy="241825"/>
          </a:xfrm>
          <a:prstGeom prst="roundRect">
            <a:avLst>
              <a:gd name="adj" fmla="val 1875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38">
            <a:extLst>
              <a:ext uri="{FF2B5EF4-FFF2-40B4-BE49-F238E27FC236}">
                <a16:creationId xmlns:a16="http://schemas.microsoft.com/office/drawing/2014/main" id="{97936D44-186B-A2AB-892C-13237E723D46}"/>
              </a:ext>
            </a:extLst>
          </p:cNvPr>
          <p:cNvSpPr/>
          <p:nvPr/>
        </p:nvSpPr>
        <p:spPr>
          <a:xfrm>
            <a:off x="10192498" y="3403437"/>
            <a:ext cx="937071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/>
          </a:p>
        </p:txBody>
      </p:sp>
      <p:sp>
        <p:nvSpPr>
          <p:cNvPr id="121" name="Shape 39">
            <a:extLst>
              <a:ext uri="{FF2B5EF4-FFF2-40B4-BE49-F238E27FC236}">
                <a16:creationId xmlns:a16="http://schemas.microsoft.com/office/drawing/2014/main" id="{64919D1A-D59A-259D-A901-1E1A506649A7}"/>
              </a:ext>
            </a:extLst>
          </p:cNvPr>
          <p:cNvSpPr/>
          <p:nvPr/>
        </p:nvSpPr>
        <p:spPr>
          <a:xfrm>
            <a:off x="572954" y="4281412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40">
            <a:extLst>
              <a:ext uri="{FF2B5EF4-FFF2-40B4-BE49-F238E27FC236}">
                <a16:creationId xmlns:a16="http://schemas.microsoft.com/office/drawing/2014/main" id="{0AC73E71-DBBF-73C1-EF41-0A3368A18D2A}"/>
              </a:ext>
            </a:extLst>
          </p:cNvPr>
          <p:cNvSpPr/>
          <p:nvPr/>
        </p:nvSpPr>
        <p:spPr>
          <a:xfrm>
            <a:off x="572954" y="428141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LEADS</a:t>
            </a:r>
            <a:endParaRPr lang="en-US" sz="1100"/>
          </a:p>
        </p:txBody>
      </p:sp>
      <p:sp>
        <p:nvSpPr>
          <p:cNvPr id="125" name="Shape 41">
            <a:extLst>
              <a:ext uri="{FF2B5EF4-FFF2-40B4-BE49-F238E27FC236}">
                <a16:creationId xmlns:a16="http://schemas.microsoft.com/office/drawing/2014/main" id="{39AB0EFF-7AC0-C7C5-E94E-337B4D313C95}"/>
              </a:ext>
            </a:extLst>
          </p:cNvPr>
          <p:cNvSpPr/>
          <p:nvPr/>
        </p:nvSpPr>
        <p:spPr>
          <a:xfrm>
            <a:off x="6059354" y="4281412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42">
            <a:extLst>
              <a:ext uri="{FF2B5EF4-FFF2-40B4-BE49-F238E27FC236}">
                <a16:creationId xmlns:a16="http://schemas.microsoft.com/office/drawing/2014/main" id="{2C8D500F-11F0-FC99-F156-32E98D1A44D4}"/>
              </a:ext>
            </a:extLst>
          </p:cNvPr>
          <p:cNvSpPr/>
          <p:nvPr/>
        </p:nvSpPr>
        <p:spPr>
          <a:xfrm>
            <a:off x="6059354" y="428141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OPERATIONS ENGAGES</a:t>
            </a:r>
            <a:endParaRPr lang="en-US" sz="1100"/>
          </a:p>
        </p:txBody>
      </p:sp>
      <p:sp>
        <p:nvSpPr>
          <p:cNvPr id="127" name="Shape 43">
            <a:extLst>
              <a:ext uri="{FF2B5EF4-FFF2-40B4-BE49-F238E27FC236}">
                <a16:creationId xmlns:a16="http://schemas.microsoft.com/office/drawing/2014/main" id="{B426FBCA-163E-14F2-2BB0-1898B9FEC0FD}"/>
              </a:ext>
            </a:extLst>
          </p:cNvPr>
          <p:cNvSpPr/>
          <p:nvPr/>
        </p:nvSpPr>
        <p:spPr>
          <a:xfrm>
            <a:off x="5956941" y="3933940"/>
            <a:ext cx="21946" cy="310896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44">
            <a:extLst>
              <a:ext uri="{FF2B5EF4-FFF2-40B4-BE49-F238E27FC236}">
                <a16:creationId xmlns:a16="http://schemas.microsoft.com/office/drawing/2014/main" id="{EB28E1FF-FA33-0E3E-228A-A77E7D382789}"/>
              </a:ext>
            </a:extLst>
          </p:cNvPr>
          <p:cNvSpPr/>
          <p:nvPr/>
        </p:nvSpPr>
        <p:spPr>
          <a:xfrm>
            <a:off x="438994" y="492149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at contract signing:  </a:t>
            </a:r>
            <a:r>
              <a:rPr lang="en-US" sz="115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signs the deal and hands a complete pack to Commercial Operations, which then drives onboarding, implementation and revenue.</a:t>
            </a:r>
            <a:endParaRPr lang="en-US" sz="1150"/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9004063A-E29F-3F84-4606-DAA2B338399B}"/>
              </a:ext>
            </a:extLst>
          </p:cNvPr>
          <p:cNvSpPr/>
          <p:nvPr/>
        </p:nvSpPr>
        <p:spPr>
          <a:xfrm>
            <a:off x="3844597" y="2087873"/>
            <a:ext cx="1284694" cy="1662545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A4720A22-F48A-59ED-C649-4A7D2A084A19}"/>
              </a:ext>
            </a:extLst>
          </p:cNvPr>
          <p:cNvSpPr/>
          <p:nvPr/>
        </p:nvSpPr>
        <p:spPr>
          <a:xfrm>
            <a:off x="4192220" y="2284356"/>
            <a:ext cx="589448" cy="589448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D90FF529-985D-716C-C3CE-2BED466CF8E5}"/>
              </a:ext>
            </a:extLst>
          </p:cNvPr>
          <p:cNvSpPr/>
          <p:nvPr/>
        </p:nvSpPr>
        <p:spPr>
          <a:xfrm>
            <a:off x="3905053" y="2979602"/>
            <a:ext cx="1163782" cy="392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EXCOs Approval</a:t>
            </a:r>
            <a:endParaRPr lang="en-US" sz="1100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6EB90F8E-E8A9-60E3-23A2-1F14323B6A2F}"/>
              </a:ext>
            </a:extLst>
          </p:cNvPr>
          <p:cNvSpPr/>
          <p:nvPr/>
        </p:nvSpPr>
        <p:spPr>
          <a:xfrm>
            <a:off x="3980623" y="3402795"/>
            <a:ext cx="1012641" cy="241825"/>
          </a:xfrm>
          <a:prstGeom prst="roundRect">
            <a:avLst>
              <a:gd name="adj" fmla="val 1875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291A0308-C1EB-6459-9DEB-A654C66D6E02}"/>
              </a:ext>
            </a:extLst>
          </p:cNvPr>
          <p:cNvSpPr/>
          <p:nvPr/>
        </p:nvSpPr>
        <p:spPr>
          <a:xfrm>
            <a:off x="4018409" y="3402795"/>
            <a:ext cx="937071" cy="241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</a:t>
            </a:r>
            <a:endParaRPr lang="en-US" sz="900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66477A2D-6DBF-15E3-C486-E29AF953CAE8}"/>
              </a:ext>
            </a:extLst>
          </p:cNvPr>
          <p:cNvSpPr/>
          <p:nvPr/>
        </p:nvSpPr>
        <p:spPr>
          <a:xfrm>
            <a:off x="5167076" y="2783119"/>
            <a:ext cx="166255" cy="272053"/>
          </a:xfrm>
          <a:prstGeom prst="chevron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7" descr="preencoded.png">
            <a:extLst>
              <a:ext uri="{FF2B5EF4-FFF2-40B4-BE49-F238E27FC236}">
                <a16:creationId xmlns:a16="http://schemas.microsoft.com/office/drawing/2014/main" id="{C5B6B32A-DFCE-F4EB-9084-48AF19F30F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1799" y="2451001"/>
            <a:ext cx="250288" cy="250288"/>
          </a:xfrm>
          <a:prstGeom prst="rect">
            <a:avLst/>
          </a:prstGeom>
        </p:spPr>
      </p:pic>
      <p:sp>
        <p:nvSpPr>
          <p:cNvPr id="3" name="Shape 26">
            <a:extLst>
              <a:ext uri="{FF2B5EF4-FFF2-40B4-BE49-F238E27FC236}">
                <a16:creationId xmlns:a16="http://schemas.microsoft.com/office/drawing/2014/main" id="{8C693852-ECDC-9158-9390-788C07ECA708}"/>
              </a:ext>
            </a:extLst>
          </p:cNvPr>
          <p:cNvSpPr/>
          <p:nvPr/>
        </p:nvSpPr>
        <p:spPr>
          <a:xfrm>
            <a:off x="715988" y="2078022"/>
            <a:ext cx="256939" cy="256939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7">
            <a:extLst>
              <a:ext uri="{FF2B5EF4-FFF2-40B4-BE49-F238E27FC236}">
                <a16:creationId xmlns:a16="http://schemas.microsoft.com/office/drawing/2014/main" id="{9262A432-7D94-CCFE-0D06-5EFCDF331C94}"/>
              </a:ext>
            </a:extLst>
          </p:cNvPr>
          <p:cNvSpPr/>
          <p:nvPr/>
        </p:nvSpPr>
        <p:spPr>
          <a:xfrm>
            <a:off x="715988" y="2078022"/>
            <a:ext cx="256939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9</a:t>
            </a:r>
            <a:endParaRPr lang="en-US" sz="130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2431C916-5354-1B35-5EFF-5EFB38721DC1}"/>
              </a:ext>
            </a:extLst>
          </p:cNvPr>
          <p:cNvSpPr/>
          <p:nvPr/>
        </p:nvSpPr>
        <p:spPr>
          <a:xfrm>
            <a:off x="2242507" y="2072088"/>
            <a:ext cx="256939" cy="256939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27">
            <a:extLst>
              <a:ext uri="{FF2B5EF4-FFF2-40B4-BE49-F238E27FC236}">
                <a16:creationId xmlns:a16="http://schemas.microsoft.com/office/drawing/2014/main" id="{F21F35FF-BE39-F137-D8B0-76A4BFBDB25C}"/>
              </a:ext>
            </a:extLst>
          </p:cNvPr>
          <p:cNvSpPr/>
          <p:nvPr/>
        </p:nvSpPr>
        <p:spPr>
          <a:xfrm>
            <a:off x="2242507" y="2072088"/>
            <a:ext cx="256939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10</a:t>
            </a:r>
            <a:endParaRPr lang="en-US" sz="1300"/>
          </a:p>
        </p:txBody>
      </p:sp>
      <p:sp>
        <p:nvSpPr>
          <p:cNvPr id="15" name="Shape 26">
            <a:extLst>
              <a:ext uri="{FF2B5EF4-FFF2-40B4-BE49-F238E27FC236}">
                <a16:creationId xmlns:a16="http://schemas.microsoft.com/office/drawing/2014/main" id="{D817FAA2-9F70-D9D5-940D-324AB8CFE6D0}"/>
              </a:ext>
            </a:extLst>
          </p:cNvPr>
          <p:cNvSpPr/>
          <p:nvPr/>
        </p:nvSpPr>
        <p:spPr>
          <a:xfrm>
            <a:off x="3844597" y="2087873"/>
            <a:ext cx="256939" cy="256939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27">
            <a:extLst>
              <a:ext uri="{FF2B5EF4-FFF2-40B4-BE49-F238E27FC236}">
                <a16:creationId xmlns:a16="http://schemas.microsoft.com/office/drawing/2014/main" id="{89262977-4E9C-D444-F658-849A76BF866A}"/>
              </a:ext>
            </a:extLst>
          </p:cNvPr>
          <p:cNvSpPr/>
          <p:nvPr/>
        </p:nvSpPr>
        <p:spPr>
          <a:xfrm>
            <a:off x="3844597" y="2087873"/>
            <a:ext cx="256939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11</a:t>
            </a:r>
            <a:endParaRPr lang="en-US" sz="1300"/>
          </a:p>
        </p:txBody>
      </p:sp>
      <p:sp>
        <p:nvSpPr>
          <p:cNvPr id="17" name="Shape 26">
            <a:extLst>
              <a:ext uri="{FF2B5EF4-FFF2-40B4-BE49-F238E27FC236}">
                <a16:creationId xmlns:a16="http://schemas.microsoft.com/office/drawing/2014/main" id="{54C1B890-6801-280E-2305-2A402C304F66}"/>
              </a:ext>
            </a:extLst>
          </p:cNvPr>
          <p:cNvSpPr/>
          <p:nvPr/>
        </p:nvSpPr>
        <p:spPr>
          <a:xfrm>
            <a:off x="5446687" y="2088503"/>
            <a:ext cx="256939" cy="256939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27">
            <a:extLst>
              <a:ext uri="{FF2B5EF4-FFF2-40B4-BE49-F238E27FC236}">
                <a16:creationId xmlns:a16="http://schemas.microsoft.com/office/drawing/2014/main" id="{B3DC14CA-1538-4354-A780-09F9F4BD127F}"/>
              </a:ext>
            </a:extLst>
          </p:cNvPr>
          <p:cNvSpPr/>
          <p:nvPr/>
        </p:nvSpPr>
        <p:spPr>
          <a:xfrm>
            <a:off x="5446687" y="2088503"/>
            <a:ext cx="256939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12</a:t>
            </a:r>
            <a:endParaRPr lang="en-US" sz="1300"/>
          </a:p>
        </p:txBody>
      </p:sp>
      <p:sp>
        <p:nvSpPr>
          <p:cNvPr id="19" name="Shape 26">
            <a:extLst>
              <a:ext uri="{FF2B5EF4-FFF2-40B4-BE49-F238E27FC236}">
                <a16:creationId xmlns:a16="http://schemas.microsoft.com/office/drawing/2014/main" id="{E612A966-B49C-E1FB-D496-232ECD5B99E5}"/>
              </a:ext>
            </a:extLst>
          </p:cNvPr>
          <p:cNvSpPr/>
          <p:nvPr/>
        </p:nvSpPr>
        <p:spPr>
          <a:xfrm>
            <a:off x="6965649" y="2078800"/>
            <a:ext cx="256939" cy="256939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27">
            <a:extLst>
              <a:ext uri="{FF2B5EF4-FFF2-40B4-BE49-F238E27FC236}">
                <a16:creationId xmlns:a16="http://schemas.microsoft.com/office/drawing/2014/main" id="{C91AC18A-F524-692D-6B47-A27DF309CC88}"/>
              </a:ext>
            </a:extLst>
          </p:cNvPr>
          <p:cNvSpPr/>
          <p:nvPr/>
        </p:nvSpPr>
        <p:spPr>
          <a:xfrm>
            <a:off x="6965649" y="2078800"/>
            <a:ext cx="256939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13</a:t>
            </a:r>
            <a:endParaRPr lang="en-US" sz="1300"/>
          </a:p>
        </p:txBody>
      </p:sp>
      <p:sp>
        <p:nvSpPr>
          <p:cNvPr id="21" name="Shape 26">
            <a:extLst>
              <a:ext uri="{FF2B5EF4-FFF2-40B4-BE49-F238E27FC236}">
                <a16:creationId xmlns:a16="http://schemas.microsoft.com/office/drawing/2014/main" id="{23FFC596-3E9B-2E0A-5E98-A0541F3E2795}"/>
              </a:ext>
            </a:extLst>
          </p:cNvPr>
          <p:cNvSpPr/>
          <p:nvPr/>
        </p:nvSpPr>
        <p:spPr>
          <a:xfrm>
            <a:off x="8484611" y="2074505"/>
            <a:ext cx="256939" cy="256939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660BCCC7-B006-3476-7828-9AE5F5462EDA}"/>
              </a:ext>
            </a:extLst>
          </p:cNvPr>
          <p:cNvSpPr/>
          <p:nvPr/>
        </p:nvSpPr>
        <p:spPr>
          <a:xfrm>
            <a:off x="8484611" y="2074505"/>
            <a:ext cx="256939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14</a:t>
            </a:r>
            <a:endParaRPr lang="en-US" sz="1300"/>
          </a:p>
        </p:txBody>
      </p:sp>
      <p:sp>
        <p:nvSpPr>
          <p:cNvPr id="23" name="Shape 26">
            <a:extLst>
              <a:ext uri="{FF2B5EF4-FFF2-40B4-BE49-F238E27FC236}">
                <a16:creationId xmlns:a16="http://schemas.microsoft.com/office/drawing/2014/main" id="{ED674294-4321-D6CD-4BBC-B1001BD6BBA1}"/>
              </a:ext>
            </a:extLst>
          </p:cNvPr>
          <p:cNvSpPr/>
          <p:nvPr/>
        </p:nvSpPr>
        <p:spPr>
          <a:xfrm>
            <a:off x="10027339" y="2075541"/>
            <a:ext cx="256939" cy="256939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7">
            <a:extLst>
              <a:ext uri="{FF2B5EF4-FFF2-40B4-BE49-F238E27FC236}">
                <a16:creationId xmlns:a16="http://schemas.microsoft.com/office/drawing/2014/main" id="{0FB969D9-BC53-AA92-00B5-8423923F8A05}"/>
              </a:ext>
            </a:extLst>
          </p:cNvPr>
          <p:cNvSpPr/>
          <p:nvPr/>
        </p:nvSpPr>
        <p:spPr>
          <a:xfrm>
            <a:off x="10027339" y="2075541"/>
            <a:ext cx="256939" cy="256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F3864"/>
                </a:solidFill>
                <a:ea typeface="Calibri" pitchFamily="34" charset="-122"/>
                <a:cs typeface="Calibri" pitchFamily="34" charset="-120"/>
              </a:rPr>
              <a:t>15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599117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DA8D1-2330-6B26-6BCE-545E2D260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77309DA6-4148-07BD-4151-5133C482A934}"/>
              </a:ext>
            </a:extLst>
          </p:cNvPr>
          <p:cNvSpPr txBox="1"/>
          <p:nvPr/>
        </p:nvSpPr>
        <p:spPr>
          <a:xfrm>
            <a:off x="358129" y="160493"/>
            <a:ext cx="9960457" cy="5070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GB" sz="2200" b="1" noProof="0">
                <a:solidFill>
                  <a:srgbClr val="054D4D"/>
                </a:solidFill>
                <a:cs typeface="Arial" panose="020B0604020202020204" pitchFamily="34" charset="0"/>
              </a:rPr>
              <a:t>EXTENDING MARKET REACH</a:t>
            </a:r>
          </a:p>
        </p:txBody>
      </p:sp>
      <p:sp>
        <p:nvSpPr>
          <p:cNvPr id="123" name="Text 2">
            <a:extLst>
              <a:ext uri="{FF2B5EF4-FFF2-40B4-BE49-F238E27FC236}">
                <a16:creationId xmlns:a16="http://schemas.microsoft.com/office/drawing/2014/main" id="{F833E230-D5D0-3532-B3EE-58C5581F3512}"/>
              </a:ext>
            </a:extLst>
          </p:cNvPr>
          <p:cNvSpPr/>
          <p:nvPr/>
        </p:nvSpPr>
        <p:spPr>
          <a:xfrm>
            <a:off x="472115" y="645782"/>
            <a:ext cx="11338560" cy="318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i="1" noProof="0">
                <a:solidFill>
                  <a:srgbClr val="4A5568"/>
                </a:solidFill>
                <a:cs typeface="Arial" panose="020B0604020202020204" pitchFamily="34" charset="0"/>
              </a:rPr>
              <a:t>Third-Party and Finder Strategy</a:t>
            </a:r>
          </a:p>
        </p:txBody>
      </p:sp>
      <p:sp>
        <p:nvSpPr>
          <p:cNvPr id="124" name="Shape 3">
            <a:extLst>
              <a:ext uri="{FF2B5EF4-FFF2-40B4-BE49-F238E27FC236}">
                <a16:creationId xmlns:a16="http://schemas.microsoft.com/office/drawing/2014/main" id="{A2E9CC1F-D7EA-FD16-6ACB-CA0C0D4A2B50}"/>
              </a:ext>
            </a:extLst>
          </p:cNvPr>
          <p:cNvSpPr/>
          <p:nvPr/>
        </p:nvSpPr>
        <p:spPr>
          <a:xfrm>
            <a:off x="438994" y="930402"/>
            <a:ext cx="11338560" cy="0"/>
          </a:xfrm>
          <a:prstGeom prst="line">
            <a:avLst/>
          </a:prstGeom>
          <a:noFill/>
          <a:ln w="10160">
            <a:solidFill>
              <a:srgbClr val="1A9E9E"/>
            </a:solidFill>
            <a:prstDash val="solid"/>
          </a:ln>
        </p:spPr>
        <p:txBody>
          <a:bodyPr/>
          <a:lstStyle/>
          <a:p>
            <a:endParaRPr lang="en-GB" sz="2400" noProof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D3524D78-B4B7-DCB8-89C6-E16D42E06871}"/>
              </a:ext>
            </a:extLst>
          </p:cNvPr>
          <p:cNvSpPr/>
          <p:nvPr/>
        </p:nvSpPr>
        <p:spPr>
          <a:xfrm>
            <a:off x="472115" y="1006771"/>
            <a:ext cx="11305440" cy="329184"/>
          </a:xfrm>
          <a:prstGeom prst="rect">
            <a:avLst/>
          </a:prstGeom>
          <a:solidFill>
            <a:srgbClr val="F4F6F8"/>
          </a:solidFill>
          <a:ln w="7620">
            <a:solidFill>
              <a:srgbClr val="D9E2EC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1C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uses external partners to source market opportunities and expand its reach without increasing its full-time team. However, DEL keeps key activities such as pricing, structuring, negotiation, and final decision-making in-house. All leads are then managed through the same commercial pipeline.</a:t>
            </a:r>
            <a:endParaRPr lang="en-US" sz="90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DB2B9A74-2C66-A203-58CB-136F4557C4E9}"/>
              </a:ext>
            </a:extLst>
          </p:cNvPr>
          <p:cNvSpPr/>
          <p:nvPr/>
        </p:nvSpPr>
        <p:spPr>
          <a:xfrm>
            <a:off x="472115" y="1537252"/>
            <a:ext cx="3503066" cy="3072384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B900EEC-32E0-7BE4-D6F9-CF378157B328}"/>
              </a:ext>
            </a:extLst>
          </p:cNvPr>
          <p:cNvSpPr/>
          <p:nvPr/>
        </p:nvSpPr>
        <p:spPr>
          <a:xfrm>
            <a:off x="4249501" y="1537252"/>
            <a:ext cx="3503066" cy="3072384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BDB05166-D52F-3063-0644-70F49DF77A44}"/>
              </a:ext>
            </a:extLst>
          </p:cNvPr>
          <p:cNvSpPr/>
          <p:nvPr/>
        </p:nvSpPr>
        <p:spPr>
          <a:xfrm>
            <a:off x="8026888" y="1537252"/>
            <a:ext cx="3503066" cy="3072384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7DDE6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B04F1E24-BB8C-8B39-1364-F8E32D9DBE48}"/>
              </a:ext>
            </a:extLst>
          </p:cNvPr>
          <p:cNvSpPr/>
          <p:nvPr/>
        </p:nvSpPr>
        <p:spPr>
          <a:xfrm>
            <a:off x="472115" y="1537252"/>
            <a:ext cx="3503066" cy="457200"/>
          </a:xfrm>
          <a:prstGeom prst="roundRect">
            <a:avLst>
              <a:gd name="adj" fmla="val 16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D8960E5-2006-C37C-999F-542508CF9F4D}"/>
              </a:ext>
            </a:extLst>
          </p:cNvPr>
          <p:cNvSpPr/>
          <p:nvPr/>
        </p:nvSpPr>
        <p:spPr>
          <a:xfrm>
            <a:off x="472115" y="1765852"/>
            <a:ext cx="3503066" cy="2286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3AB08F1D-6216-E283-F9C5-B40445C7AAFD}"/>
              </a:ext>
            </a:extLst>
          </p:cNvPr>
          <p:cNvSpPr/>
          <p:nvPr/>
        </p:nvSpPr>
        <p:spPr>
          <a:xfrm>
            <a:off x="600131" y="1628692"/>
            <a:ext cx="274320" cy="274320"/>
          </a:xfrm>
          <a:prstGeom prst="ellipse">
            <a:avLst/>
          </a:prstGeom>
          <a:solidFill>
            <a:srgbClr val="2E4C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CDE65ACA-F3ED-BFEB-DC5B-B9AFF6F99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39" y="1692700"/>
            <a:ext cx="146304" cy="146304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919327A8-B0FA-34C5-4424-4C4600A99CAD}"/>
              </a:ext>
            </a:extLst>
          </p:cNvPr>
          <p:cNvSpPr/>
          <p:nvPr/>
        </p:nvSpPr>
        <p:spPr>
          <a:xfrm>
            <a:off x="965891" y="153725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BE A FINDER</a:t>
            </a:r>
            <a:endParaRPr lang="en-US" sz="125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936DDF70-E3FA-2200-2D7C-3A31F30C6B5B}"/>
              </a:ext>
            </a:extLst>
          </p:cNvPr>
          <p:cNvSpPr/>
          <p:nvPr/>
        </p:nvSpPr>
        <p:spPr>
          <a:xfrm>
            <a:off x="600131" y="21681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BF56072B-9172-72F3-7245-D44E761A8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15" y="2268772"/>
            <a:ext cx="182880" cy="182880"/>
          </a:xfrm>
          <a:prstGeom prst="rect">
            <a:avLst/>
          </a:prstGeom>
        </p:spPr>
      </p:pic>
      <p:sp>
        <p:nvSpPr>
          <p:cNvPr id="21" name="Text 13">
            <a:extLst>
              <a:ext uri="{FF2B5EF4-FFF2-40B4-BE49-F238E27FC236}">
                <a16:creationId xmlns:a16="http://schemas.microsoft.com/office/drawing/2014/main" id="{4AFD10D8-4B84-15EA-E9F8-88B95B7CBFCC}"/>
              </a:ext>
            </a:extLst>
          </p:cNvPr>
          <p:cNvSpPr/>
          <p:nvPr/>
        </p:nvSpPr>
        <p:spPr>
          <a:xfrm>
            <a:off x="1112195" y="2085892"/>
            <a:ext cx="2753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Introducers
</a:t>
            </a:r>
            <a:r>
              <a:rPr lang="en-US" sz="95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leads &amp; warm relationships</a:t>
            </a:r>
            <a:endParaRPr lang="en-US" sz="110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2114774E-6691-D4DA-A98E-9B894EB05D8C}"/>
              </a:ext>
            </a:extLst>
          </p:cNvPr>
          <p:cNvSpPr/>
          <p:nvPr/>
        </p:nvSpPr>
        <p:spPr>
          <a:xfrm>
            <a:off x="600131" y="26711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8284AC99-8F7B-3FB0-1D42-55EA5148C9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715" y="2771692"/>
            <a:ext cx="182880" cy="182880"/>
          </a:xfrm>
          <a:prstGeom prst="rect">
            <a:avLst/>
          </a:prstGeom>
        </p:spPr>
      </p:pic>
      <p:sp>
        <p:nvSpPr>
          <p:cNvPr id="24" name="Text 15">
            <a:extLst>
              <a:ext uri="{FF2B5EF4-FFF2-40B4-BE49-F238E27FC236}">
                <a16:creationId xmlns:a16="http://schemas.microsoft.com/office/drawing/2014/main" id="{E0393E11-FA3F-9E99-556E-299E0C13224A}"/>
              </a:ext>
            </a:extLst>
          </p:cNvPr>
          <p:cNvSpPr/>
          <p:nvPr/>
        </p:nvSpPr>
        <p:spPr>
          <a:xfrm>
            <a:off x="1112195" y="2588812"/>
            <a:ext cx="2753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Partners
</a:t>
            </a:r>
            <a:r>
              <a:rPr lang="en-US" sz="95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retail &amp; captive prospects</a:t>
            </a:r>
            <a:endParaRPr lang="en-US" sz="110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8D6E6B22-F98B-AE0B-F2DE-4D4D30724DFC}"/>
              </a:ext>
            </a:extLst>
          </p:cNvPr>
          <p:cNvSpPr/>
          <p:nvPr/>
        </p:nvSpPr>
        <p:spPr>
          <a:xfrm>
            <a:off x="600131" y="31740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>
            <a:extLst>
              <a:ext uri="{FF2B5EF4-FFF2-40B4-BE49-F238E27FC236}">
                <a16:creationId xmlns:a16="http://schemas.microsoft.com/office/drawing/2014/main" id="{F55D87EC-0DCC-547F-F7D6-74DF20FD96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715" y="3274612"/>
            <a:ext cx="182880" cy="182880"/>
          </a:xfrm>
          <a:prstGeom prst="rect">
            <a:avLst/>
          </a:prstGeom>
        </p:spPr>
      </p:pic>
      <p:sp>
        <p:nvSpPr>
          <p:cNvPr id="27" name="Text 17">
            <a:extLst>
              <a:ext uri="{FF2B5EF4-FFF2-40B4-BE49-F238E27FC236}">
                <a16:creationId xmlns:a16="http://schemas.microsoft.com/office/drawing/2014/main" id="{BA23008A-2C63-B857-7E1F-8C1153FDC0DD}"/>
              </a:ext>
            </a:extLst>
          </p:cNvPr>
          <p:cNvSpPr/>
          <p:nvPr/>
        </p:nvSpPr>
        <p:spPr>
          <a:xfrm>
            <a:off x="1112195" y="3091732"/>
            <a:ext cx="2753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Partners
</a:t>
            </a:r>
            <a:r>
              <a:rPr lang="en-US" sz="95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technical-solution opportunities</a:t>
            </a:r>
            <a:endParaRPr lang="en-US" sz="110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F4070F85-F320-AA47-4FC4-C402B9E3F9F2}"/>
              </a:ext>
            </a:extLst>
          </p:cNvPr>
          <p:cNvSpPr/>
          <p:nvPr/>
        </p:nvSpPr>
        <p:spPr>
          <a:xfrm>
            <a:off x="600131" y="36769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>
            <a:extLst>
              <a:ext uri="{FF2B5EF4-FFF2-40B4-BE49-F238E27FC236}">
                <a16:creationId xmlns:a16="http://schemas.microsoft.com/office/drawing/2014/main" id="{C8B503F7-A920-160A-446A-2F2E72596F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715" y="3777532"/>
            <a:ext cx="182880" cy="182880"/>
          </a:xfrm>
          <a:prstGeom prst="rect">
            <a:avLst/>
          </a:prstGeom>
        </p:spPr>
      </p:pic>
      <p:sp>
        <p:nvSpPr>
          <p:cNvPr id="30" name="Text 19">
            <a:extLst>
              <a:ext uri="{FF2B5EF4-FFF2-40B4-BE49-F238E27FC236}">
                <a16:creationId xmlns:a16="http://schemas.microsoft.com/office/drawing/2014/main" id="{5C561236-5EE2-05BC-AD21-17CAAD096A3E}"/>
              </a:ext>
            </a:extLst>
          </p:cNvPr>
          <p:cNvSpPr/>
          <p:nvPr/>
        </p:nvSpPr>
        <p:spPr>
          <a:xfrm>
            <a:off x="1112195" y="3594652"/>
            <a:ext cx="2753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Partners
</a:t>
            </a:r>
            <a:r>
              <a:rPr lang="en-US" sz="95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Co-develop projects &amp; ventures</a:t>
            </a:r>
            <a:endParaRPr lang="en-US" sz="110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973B4AE1-4F39-5924-2919-0152B790C160}"/>
              </a:ext>
            </a:extLst>
          </p:cNvPr>
          <p:cNvSpPr/>
          <p:nvPr/>
        </p:nvSpPr>
        <p:spPr>
          <a:xfrm>
            <a:off x="618419" y="4189012"/>
            <a:ext cx="3210458" cy="329184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F25C4954-C0BD-F49B-64FA-37EF640C97DC}"/>
              </a:ext>
            </a:extLst>
          </p:cNvPr>
          <p:cNvSpPr/>
          <p:nvPr/>
        </p:nvSpPr>
        <p:spPr>
          <a:xfrm>
            <a:off x="746435" y="4189012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finders:  </a:t>
            </a:r>
            <a:r>
              <a:rPr lang="en-US" sz="9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Tayo · Mr. Dada. Tommy</a:t>
            </a:r>
            <a:endParaRPr lang="en-US" sz="950"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63D51FBE-D62B-98A1-2398-3A74D81CB657}"/>
              </a:ext>
            </a:extLst>
          </p:cNvPr>
          <p:cNvSpPr/>
          <p:nvPr/>
        </p:nvSpPr>
        <p:spPr>
          <a:xfrm>
            <a:off x="4249501" y="1537252"/>
            <a:ext cx="3503066" cy="457200"/>
          </a:xfrm>
          <a:prstGeom prst="roundRect">
            <a:avLst>
              <a:gd name="adj" fmla="val 16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F15BF3C9-CB77-2A71-3B24-3A5E18BFAC6D}"/>
              </a:ext>
            </a:extLst>
          </p:cNvPr>
          <p:cNvSpPr/>
          <p:nvPr/>
        </p:nvSpPr>
        <p:spPr>
          <a:xfrm>
            <a:off x="4249501" y="1765852"/>
            <a:ext cx="3503066" cy="2286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4">
            <a:extLst>
              <a:ext uri="{FF2B5EF4-FFF2-40B4-BE49-F238E27FC236}">
                <a16:creationId xmlns:a16="http://schemas.microsoft.com/office/drawing/2014/main" id="{0B295B38-B5EF-17D5-0A25-90E0DE2D794B}"/>
              </a:ext>
            </a:extLst>
          </p:cNvPr>
          <p:cNvSpPr/>
          <p:nvPr/>
        </p:nvSpPr>
        <p:spPr>
          <a:xfrm>
            <a:off x="4377517" y="1628692"/>
            <a:ext cx="274320" cy="274320"/>
          </a:xfrm>
          <a:prstGeom prst="ellipse">
            <a:avLst/>
          </a:prstGeom>
          <a:solidFill>
            <a:srgbClr val="2E4C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>
            <a:extLst>
              <a:ext uri="{FF2B5EF4-FFF2-40B4-BE49-F238E27FC236}">
                <a16:creationId xmlns:a16="http://schemas.microsoft.com/office/drawing/2014/main" id="{7CCCF401-DBAB-F0C2-3BA0-E036661952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1525" y="1692700"/>
            <a:ext cx="146304" cy="146304"/>
          </a:xfrm>
          <a:prstGeom prst="rect">
            <a:avLst/>
          </a:prstGeom>
        </p:spPr>
      </p:pic>
      <p:sp>
        <p:nvSpPr>
          <p:cNvPr id="37" name="Text 25">
            <a:extLst>
              <a:ext uri="{FF2B5EF4-FFF2-40B4-BE49-F238E27FC236}">
                <a16:creationId xmlns:a16="http://schemas.microsoft.com/office/drawing/2014/main" id="{E8FB7847-383B-8099-1DEB-70967553BBBF}"/>
              </a:ext>
            </a:extLst>
          </p:cNvPr>
          <p:cNvSpPr/>
          <p:nvPr/>
        </p:nvSpPr>
        <p:spPr>
          <a:xfrm>
            <a:off x="4743277" y="153725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SHOULD BRING</a:t>
            </a:r>
            <a:endParaRPr lang="en-US" sz="1250"/>
          </a:p>
        </p:txBody>
      </p:sp>
      <p:sp>
        <p:nvSpPr>
          <p:cNvPr id="38" name="Shape 26">
            <a:extLst>
              <a:ext uri="{FF2B5EF4-FFF2-40B4-BE49-F238E27FC236}">
                <a16:creationId xmlns:a16="http://schemas.microsoft.com/office/drawing/2014/main" id="{2833D251-B266-A82A-CC9B-1FAFC2124BFE}"/>
              </a:ext>
            </a:extLst>
          </p:cNvPr>
          <p:cNvSpPr/>
          <p:nvPr/>
        </p:nvSpPr>
        <p:spPr>
          <a:xfrm>
            <a:off x="4377517" y="2168188"/>
            <a:ext cx="384048" cy="384048"/>
          </a:xfrm>
          <a:prstGeom prst="ellipse">
            <a:avLst/>
          </a:prstGeom>
          <a:solidFill>
            <a:srgbClr val="2E4C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8" descr="preencoded.png">
            <a:extLst>
              <a:ext uri="{FF2B5EF4-FFF2-40B4-BE49-F238E27FC236}">
                <a16:creationId xmlns:a16="http://schemas.microsoft.com/office/drawing/2014/main" id="{1829F586-EE6B-BD6F-4C2F-DEFFD577AE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8101" y="2268772"/>
            <a:ext cx="182880" cy="182880"/>
          </a:xfrm>
          <a:prstGeom prst="rect">
            <a:avLst/>
          </a:prstGeom>
        </p:spPr>
      </p:pic>
      <p:sp>
        <p:nvSpPr>
          <p:cNvPr id="40" name="Text 27">
            <a:extLst>
              <a:ext uri="{FF2B5EF4-FFF2-40B4-BE49-F238E27FC236}">
                <a16:creationId xmlns:a16="http://schemas.microsoft.com/office/drawing/2014/main" id="{3D3AE807-95B9-300C-6372-E25C67A41D36}"/>
              </a:ext>
            </a:extLst>
          </p:cNvPr>
          <p:cNvSpPr/>
          <p:nvPr/>
        </p:nvSpPr>
        <p:spPr>
          <a:xfrm>
            <a:off x="4889581" y="2085892"/>
            <a:ext cx="2753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types
</a:t>
            </a:r>
            <a:r>
              <a:rPr lang="en-US" sz="95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hospitals, estates, commercial buildings</a:t>
            </a:r>
            <a:endParaRPr lang="en-US" sz="1100"/>
          </a:p>
        </p:txBody>
      </p:sp>
      <p:sp>
        <p:nvSpPr>
          <p:cNvPr id="41" name="Shape 28">
            <a:extLst>
              <a:ext uri="{FF2B5EF4-FFF2-40B4-BE49-F238E27FC236}">
                <a16:creationId xmlns:a16="http://schemas.microsoft.com/office/drawing/2014/main" id="{9F45D644-DA9F-F943-1870-EC28E38EE8CC}"/>
              </a:ext>
            </a:extLst>
          </p:cNvPr>
          <p:cNvSpPr/>
          <p:nvPr/>
        </p:nvSpPr>
        <p:spPr>
          <a:xfrm>
            <a:off x="4377517" y="2671108"/>
            <a:ext cx="384048" cy="384048"/>
          </a:xfrm>
          <a:prstGeom prst="ellipse">
            <a:avLst/>
          </a:prstGeom>
          <a:solidFill>
            <a:srgbClr val="2E4C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9" descr="preencoded.png">
            <a:extLst>
              <a:ext uri="{FF2B5EF4-FFF2-40B4-BE49-F238E27FC236}">
                <a16:creationId xmlns:a16="http://schemas.microsoft.com/office/drawing/2014/main" id="{B60AC1E0-BDF2-0736-070F-BB61CEF83A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8101" y="2771692"/>
            <a:ext cx="182880" cy="182880"/>
          </a:xfrm>
          <a:prstGeom prst="rect">
            <a:avLst/>
          </a:prstGeom>
        </p:spPr>
      </p:pic>
      <p:sp>
        <p:nvSpPr>
          <p:cNvPr id="43" name="Text 29">
            <a:extLst>
              <a:ext uri="{FF2B5EF4-FFF2-40B4-BE49-F238E27FC236}">
                <a16:creationId xmlns:a16="http://schemas.microsoft.com/office/drawing/2014/main" id="{E6894462-DC88-4942-D7A0-6E1871F8737B}"/>
              </a:ext>
            </a:extLst>
          </p:cNvPr>
          <p:cNvSpPr/>
          <p:nvPr/>
        </p:nvSpPr>
        <p:spPr>
          <a:xfrm>
            <a:off x="4889581" y="2588812"/>
            <a:ext cx="2753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size
</a:t>
            </a:r>
            <a:r>
              <a:rPr lang="en-US" sz="95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200–300 kW per site or cluster</a:t>
            </a:r>
            <a:endParaRPr lang="en-US" sz="1100"/>
          </a:p>
        </p:txBody>
      </p:sp>
      <p:sp>
        <p:nvSpPr>
          <p:cNvPr id="44" name="Shape 30">
            <a:extLst>
              <a:ext uri="{FF2B5EF4-FFF2-40B4-BE49-F238E27FC236}">
                <a16:creationId xmlns:a16="http://schemas.microsoft.com/office/drawing/2014/main" id="{7E357F14-C47C-919B-62F5-94B4D19797F6}"/>
              </a:ext>
            </a:extLst>
          </p:cNvPr>
          <p:cNvSpPr/>
          <p:nvPr/>
        </p:nvSpPr>
        <p:spPr>
          <a:xfrm>
            <a:off x="4377517" y="3174028"/>
            <a:ext cx="384048" cy="384048"/>
          </a:xfrm>
          <a:prstGeom prst="ellipse">
            <a:avLst/>
          </a:prstGeom>
          <a:solidFill>
            <a:srgbClr val="2E4C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10" descr="preencoded.png">
            <a:extLst>
              <a:ext uri="{FF2B5EF4-FFF2-40B4-BE49-F238E27FC236}">
                <a16:creationId xmlns:a16="http://schemas.microsoft.com/office/drawing/2014/main" id="{97AFEE45-8515-97CE-E075-C6517031CB0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8101" y="3274612"/>
            <a:ext cx="182880" cy="182880"/>
          </a:xfrm>
          <a:prstGeom prst="rect">
            <a:avLst/>
          </a:prstGeom>
        </p:spPr>
      </p:pic>
      <p:sp>
        <p:nvSpPr>
          <p:cNvPr id="46" name="Text 31">
            <a:extLst>
              <a:ext uri="{FF2B5EF4-FFF2-40B4-BE49-F238E27FC236}">
                <a16:creationId xmlns:a16="http://schemas.microsoft.com/office/drawing/2014/main" id="{9B6D0F78-D417-B9DB-A510-8BEAB46EC0FF}"/>
              </a:ext>
            </a:extLst>
          </p:cNvPr>
          <p:cNvSpPr/>
          <p:nvPr/>
        </p:nvSpPr>
        <p:spPr>
          <a:xfrm>
            <a:off x="4889581" y="3091732"/>
            <a:ext cx="2753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locations
</a:t>
            </a:r>
            <a:r>
              <a:rPr lang="en-US" sz="95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Corridors, estates, Freedom Way, Ibadan clusters</a:t>
            </a:r>
            <a:endParaRPr lang="en-US" sz="1100"/>
          </a:p>
        </p:txBody>
      </p:sp>
      <p:sp>
        <p:nvSpPr>
          <p:cNvPr id="47" name="Shape 32">
            <a:extLst>
              <a:ext uri="{FF2B5EF4-FFF2-40B4-BE49-F238E27FC236}">
                <a16:creationId xmlns:a16="http://schemas.microsoft.com/office/drawing/2014/main" id="{4C836768-3CA1-5257-2050-69B563FBBA53}"/>
              </a:ext>
            </a:extLst>
          </p:cNvPr>
          <p:cNvSpPr/>
          <p:nvPr/>
        </p:nvSpPr>
        <p:spPr>
          <a:xfrm>
            <a:off x="4377517" y="3676948"/>
            <a:ext cx="384048" cy="384048"/>
          </a:xfrm>
          <a:prstGeom prst="ellipse">
            <a:avLst/>
          </a:prstGeom>
          <a:solidFill>
            <a:srgbClr val="2E4C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11" descr="preencoded.png">
            <a:extLst>
              <a:ext uri="{FF2B5EF4-FFF2-40B4-BE49-F238E27FC236}">
                <a16:creationId xmlns:a16="http://schemas.microsoft.com/office/drawing/2014/main" id="{A24FF452-8924-AF0E-7C05-7522E0FED7C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78101" y="3777532"/>
            <a:ext cx="182880" cy="182880"/>
          </a:xfrm>
          <a:prstGeom prst="rect">
            <a:avLst/>
          </a:prstGeom>
        </p:spPr>
      </p:pic>
      <p:sp>
        <p:nvSpPr>
          <p:cNvPr id="49" name="Text 33">
            <a:extLst>
              <a:ext uri="{FF2B5EF4-FFF2-40B4-BE49-F238E27FC236}">
                <a16:creationId xmlns:a16="http://schemas.microsoft.com/office/drawing/2014/main" id="{22B0AA99-35B2-9F9A-F499-25C04861DA78}"/>
              </a:ext>
            </a:extLst>
          </p:cNvPr>
          <p:cNvSpPr/>
          <p:nvPr/>
        </p:nvSpPr>
        <p:spPr>
          <a:xfrm>
            <a:off x="4889581" y="3594652"/>
            <a:ext cx="2753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Cluster-first
</a:t>
            </a:r>
            <a:r>
              <a:rPr lang="en-US" sz="95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 → several customers at once</a:t>
            </a:r>
            <a:endParaRPr lang="en-US" sz="1100"/>
          </a:p>
        </p:txBody>
      </p:sp>
      <p:sp>
        <p:nvSpPr>
          <p:cNvPr id="50" name="Shape 34">
            <a:extLst>
              <a:ext uri="{FF2B5EF4-FFF2-40B4-BE49-F238E27FC236}">
                <a16:creationId xmlns:a16="http://schemas.microsoft.com/office/drawing/2014/main" id="{E9C66ACE-4631-0C17-8A00-A18787466CDB}"/>
              </a:ext>
            </a:extLst>
          </p:cNvPr>
          <p:cNvSpPr/>
          <p:nvPr/>
        </p:nvSpPr>
        <p:spPr>
          <a:xfrm>
            <a:off x="4395805" y="4189012"/>
            <a:ext cx="3210458" cy="329184"/>
          </a:xfrm>
          <a:prstGeom prst="roundRect">
            <a:avLst>
              <a:gd name="adj" fmla="val 16667"/>
            </a:avLst>
          </a:prstGeom>
          <a:solidFill>
            <a:srgbClr val="E4F0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35">
            <a:extLst>
              <a:ext uri="{FF2B5EF4-FFF2-40B4-BE49-F238E27FC236}">
                <a16:creationId xmlns:a16="http://schemas.microsoft.com/office/drawing/2014/main" id="{14540BD1-632B-26AC-8399-8EE7060522A2}"/>
              </a:ext>
            </a:extLst>
          </p:cNvPr>
          <p:cNvSpPr/>
          <p:nvPr/>
        </p:nvSpPr>
        <p:spPr>
          <a:xfrm>
            <a:off x="4523821" y="4189012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for:  </a:t>
            </a:r>
            <a:r>
              <a:rPr lang="en-US" sz="9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credit-worthy demand</a:t>
            </a:r>
            <a:endParaRPr lang="en-US" sz="950"/>
          </a:p>
        </p:txBody>
      </p:sp>
      <p:sp>
        <p:nvSpPr>
          <p:cNvPr id="52" name="Shape 36">
            <a:extLst>
              <a:ext uri="{FF2B5EF4-FFF2-40B4-BE49-F238E27FC236}">
                <a16:creationId xmlns:a16="http://schemas.microsoft.com/office/drawing/2014/main" id="{40B2949D-965E-BB43-DDAC-3A5C803CD196}"/>
              </a:ext>
            </a:extLst>
          </p:cNvPr>
          <p:cNvSpPr/>
          <p:nvPr/>
        </p:nvSpPr>
        <p:spPr>
          <a:xfrm>
            <a:off x="8026888" y="1537252"/>
            <a:ext cx="3503066" cy="457200"/>
          </a:xfrm>
          <a:prstGeom prst="roundRect">
            <a:avLst>
              <a:gd name="adj" fmla="val 1600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37">
            <a:extLst>
              <a:ext uri="{FF2B5EF4-FFF2-40B4-BE49-F238E27FC236}">
                <a16:creationId xmlns:a16="http://schemas.microsoft.com/office/drawing/2014/main" id="{F88802E1-ECA0-2E9B-D50A-096CBB15E822}"/>
              </a:ext>
            </a:extLst>
          </p:cNvPr>
          <p:cNvSpPr/>
          <p:nvPr/>
        </p:nvSpPr>
        <p:spPr>
          <a:xfrm>
            <a:off x="8026888" y="1765852"/>
            <a:ext cx="3503066" cy="2286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38">
            <a:extLst>
              <a:ext uri="{FF2B5EF4-FFF2-40B4-BE49-F238E27FC236}">
                <a16:creationId xmlns:a16="http://schemas.microsoft.com/office/drawing/2014/main" id="{B8654925-D922-0DFF-50A7-C0215CA5193C}"/>
              </a:ext>
            </a:extLst>
          </p:cNvPr>
          <p:cNvSpPr/>
          <p:nvPr/>
        </p:nvSpPr>
        <p:spPr>
          <a:xfrm>
            <a:off x="8154904" y="1628692"/>
            <a:ext cx="274320" cy="274320"/>
          </a:xfrm>
          <a:prstGeom prst="ellipse">
            <a:avLst/>
          </a:prstGeom>
          <a:solidFill>
            <a:srgbClr val="2E4C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12" descr="preencoded.png">
            <a:extLst>
              <a:ext uri="{FF2B5EF4-FFF2-40B4-BE49-F238E27FC236}">
                <a16:creationId xmlns:a16="http://schemas.microsoft.com/office/drawing/2014/main" id="{516B40E9-92A3-AC6F-76B2-0F4E4FA65B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8912" y="1692700"/>
            <a:ext cx="146304" cy="146304"/>
          </a:xfrm>
          <a:prstGeom prst="rect">
            <a:avLst/>
          </a:prstGeom>
        </p:spPr>
      </p:pic>
      <p:sp>
        <p:nvSpPr>
          <p:cNvPr id="56" name="Text 39">
            <a:extLst>
              <a:ext uri="{FF2B5EF4-FFF2-40B4-BE49-F238E27FC236}">
                <a16:creationId xmlns:a16="http://schemas.microsoft.com/office/drawing/2014/main" id="{647500A0-9E79-AB40-A7C9-5C5FC4A200C5}"/>
              </a:ext>
            </a:extLst>
          </p:cNvPr>
          <p:cNvSpPr/>
          <p:nvPr/>
        </p:nvSpPr>
        <p:spPr>
          <a:xfrm>
            <a:off x="8520664" y="153725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/>
          </a:p>
        </p:txBody>
      </p:sp>
      <p:sp>
        <p:nvSpPr>
          <p:cNvPr id="57" name="Shape 40">
            <a:extLst>
              <a:ext uri="{FF2B5EF4-FFF2-40B4-BE49-F238E27FC236}">
                <a16:creationId xmlns:a16="http://schemas.microsoft.com/office/drawing/2014/main" id="{FB4A29E6-F5B1-0816-9915-F07CB89C595D}"/>
              </a:ext>
            </a:extLst>
          </p:cNvPr>
          <p:cNvSpPr/>
          <p:nvPr/>
        </p:nvSpPr>
        <p:spPr>
          <a:xfrm>
            <a:off x="8342356" y="2323636"/>
            <a:ext cx="27432" cy="1463040"/>
          </a:xfrm>
          <a:prstGeom prst="rect">
            <a:avLst/>
          </a:prstGeom>
          <a:solidFill>
            <a:srgbClr val="C5D2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1">
            <a:extLst>
              <a:ext uri="{FF2B5EF4-FFF2-40B4-BE49-F238E27FC236}">
                <a16:creationId xmlns:a16="http://schemas.microsoft.com/office/drawing/2014/main" id="{C14EB035-3652-0865-042E-939AB77EA4DF}"/>
              </a:ext>
            </a:extLst>
          </p:cNvPr>
          <p:cNvSpPr/>
          <p:nvPr/>
        </p:nvSpPr>
        <p:spPr>
          <a:xfrm>
            <a:off x="8173192" y="2140756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13" descr="preencoded.png">
            <a:extLst>
              <a:ext uri="{FF2B5EF4-FFF2-40B4-BE49-F238E27FC236}">
                <a16:creationId xmlns:a16="http://schemas.microsoft.com/office/drawing/2014/main" id="{13E9F39A-5D9A-4D01-3162-CC9A532DB36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4632" y="2232196"/>
            <a:ext cx="182880" cy="182880"/>
          </a:xfrm>
          <a:prstGeom prst="rect">
            <a:avLst/>
          </a:prstGeom>
        </p:spPr>
      </p:pic>
      <p:sp>
        <p:nvSpPr>
          <p:cNvPr id="60" name="Text 42">
            <a:extLst>
              <a:ext uri="{FF2B5EF4-FFF2-40B4-BE49-F238E27FC236}">
                <a16:creationId xmlns:a16="http://schemas.microsoft.com/office/drawing/2014/main" id="{9320B475-AFF6-9EFF-19C9-1ECD5B69DA1D}"/>
              </a:ext>
            </a:extLst>
          </p:cNvPr>
          <p:cNvSpPr/>
          <p:nvPr/>
        </p:nvSpPr>
        <p:spPr>
          <a:xfrm>
            <a:off x="8666968" y="2104180"/>
            <a:ext cx="27532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lead</a:t>
            </a:r>
            <a:endParaRPr lang="en-US" sz="1100"/>
          </a:p>
        </p:txBody>
      </p:sp>
      <p:sp>
        <p:nvSpPr>
          <p:cNvPr id="61" name="Shape 43">
            <a:extLst>
              <a:ext uri="{FF2B5EF4-FFF2-40B4-BE49-F238E27FC236}">
                <a16:creationId xmlns:a16="http://schemas.microsoft.com/office/drawing/2014/main" id="{6CC964B3-DB6F-ED20-89C5-2F9559AAFEA8}"/>
              </a:ext>
            </a:extLst>
          </p:cNvPr>
          <p:cNvSpPr/>
          <p:nvPr/>
        </p:nvSpPr>
        <p:spPr>
          <a:xfrm>
            <a:off x="8173192" y="2506516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2" name="Image 14" descr="preencoded.png">
            <a:extLst>
              <a:ext uri="{FF2B5EF4-FFF2-40B4-BE49-F238E27FC236}">
                <a16:creationId xmlns:a16="http://schemas.microsoft.com/office/drawing/2014/main" id="{D9888A58-3A32-2D31-1DF5-FE07349ED82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4632" y="2597956"/>
            <a:ext cx="182880" cy="182880"/>
          </a:xfrm>
          <a:prstGeom prst="rect">
            <a:avLst/>
          </a:prstGeom>
        </p:spPr>
      </p:pic>
      <p:sp>
        <p:nvSpPr>
          <p:cNvPr id="63" name="Text 44">
            <a:extLst>
              <a:ext uri="{FF2B5EF4-FFF2-40B4-BE49-F238E27FC236}">
                <a16:creationId xmlns:a16="http://schemas.microsoft.com/office/drawing/2014/main" id="{9011B101-E70A-5BE5-8F09-1DE195068AE3}"/>
              </a:ext>
            </a:extLst>
          </p:cNvPr>
          <p:cNvSpPr/>
          <p:nvPr/>
        </p:nvSpPr>
        <p:spPr>
          <a:xfrm>
            <a:off x="8666968" y="2469940"/>
            <a:ext cx="27532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log</a:t>
            </a:r>
            <a:r>
              <a:rPr lang="en-US" sz="9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before any claim</a:t>
            </a:r>
            <a:endParaRPr lang="en-US" sz="1100"/>
          </a:p>
        </p:txBody>
      </p:sp>
      <p:sp>
        <p:nvSpPr>
          <p:cNvPr id="64" name="Shape 45">
            <a:extLst>
              <a:ext uri="{FF2B5EF4-FFF2-40B4-BE49-F238E27FC236}">
                <a16:creationId xmlns:a16="http://schemas.microsoft.com/office/drawing/2014/main" id="{B6B29CCF-2505-0CA3-52C0-D81F7B6C564A}"/>
              </a:ext>
            </a:extLst>
          </p:cNvPr>
          <p:cNvSpPr/>
          <p:nvPr/>
        </p:nvSpPr>
        <p:spPr>
          <a:xfrm>
            <a:off x="8173192" y="2872276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5" name="Image 15" descr="preencoded.png">
            <a:extLst>
              <a:ext uri="{FF2B5EF4-FFF2-40B4-BE49-F238E27FC236}">
                <a16:creationId xmlns:a16="http://schemas.microsoft.com/office/drawing/2014/main" id="{35F4619A-1F3F-A00F-089B-F584B26A7EA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4632" y="2963716"/>
            <a:ext cx="182880" cy="182880"/>
          </a:xfrm>
          <a:prstGeom prst="rect">
            <a:avLst/>
          </a:prstGeom>
        </p:spPr>
      </p:pic>
      <p:sp>
        <p:nvSpPr>
          <p:cNvPr id="66" name="Text 46">
            <a:extLst>
              <a:ext uri="{FF2B5EF4-FFF2-40B4-BE49-F238E27FC236}">
                <a16:creationId xmlns:a16="http://schemas.microsoft.com/office/drawing/2014/main" id="{1B37A459-5228-DCF9-D46B-BBDB0A37B3E4}"/>
              </a:ext>
            </a:extLst>
          </p:cNvPr>
          <p:cNvSpPr/>
          <p:nvPr/>
        </p:nvSpPr>
        <p:spPr>
          <a:xfrm>
            <a:off x="8666968" y="2835700"/>
            <a:ext cx="27532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r>
              <a:rPr lang="en-US" sz="9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knockout test</a:t>
            </a:r>
            <a:endParaRPr lang="en-US" sz="1100"/>
          </a:p>
        </p:txBody>
      </p:sp>
      <p:sp>
        <p:nvSpPr>
          <p:cNvPr id="67" name="Shape 47">
            <a:extLst>
              <a:ext uri="{FF2B5EF4-FFF2-40B4-BE49-F238E27FC236}">
                <a16:creationId xmlns:a16="http://schemas.microsoft.com/office/drawing/2014/main" id="{1FF618D8-506C-AE9C-AD43-2EF6879DA827}"/>
              </a:ext>
            </a:extLst>
          </p:cNvPr>
          <p:cNvSpPr/>
          <p:nvPr/>
        </p:nvSpPr>
        <p:spPr>
          <a:xfrm>
            <a:off x="8173192" y="3238036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8" name="Image 16" descr="preencoded.png">
            <a:extLst>
              <a:ext uri="{FF2B5EF4-FFF2-40B4-BE49-F238E27FC236}">
                <a16:creationId xmlns:a16="http://schemas.microsoft.com/office/drawing/2014/main" id="{A8113A29-81C6-C09C-F5DC-8CFD606FEC3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64632" y="3329476"/>
            <a:ext cx="182880" cy="182880"/>
          </a:xfrm>
          <a:prstGeom prst="rect">
            <a:avLst/>
          </a:prstGeom>
        </p:spPr>
      </p:pic>
      <p:sp>
        <p:nvSpPr>
          <p:cNvPr id="69" name="Text 48">
            <a:extLst>
              <a:ext uri="{FF2B5EF4-FFF2-40B4-BE49-F238E27FC236}">
                <a16:creationId xmlns:a16="http://schemas.microsoft.com/office/drawing/2014/main" id="{B33FB96A-A1D0-08F7-A0D3-4192DF1B5BA9}"/>
              </a:ext>
            </a:extLst>
          </p:cNvPr>
          <p:cNvSpPr/>
          <p:nvPr/>
        </p:nvSpPr>
        <p:spPr>
          <a:xfrm>
            <a:off x="8666968" y="3201460"/>
            <a:ext cx="27532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r>
              <a:rPr lang="en-US" sz="9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 the finder</a:t>
            </a:r>
            <a:endParaRPr lang="en-US" sz="1100"/>
          </a:p>
        </p:txBody>
      </p:sp>
      <p:sp>
        <p:nvSpPr>
          <p:cNvPr id="70" name="Shape 49">
            <a:extLst>
              <a:ext uri="{FF2B5EF4-FFF2-40B4-BE49-F238E27FC236}">
                <a16:creationId xmlns:a16="http://schemas.microsoft.com/office/drawing/2014/main" id="{E5F862FC-3E81-AD78-2477-5685249275A0}"/>
              </a:ext>
            </a:extLst>
          </p:cNvPr>
          <p:cNvSpPr/>
          <p:nvPr/>
        </p:nvSpPr>
        <p:spPr>
          <a:xfrm>
            <a:off x="8173192" y="3603796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1" name="Image 17" descr="preencoded.png">
            <a:extLst>
              <a:ext uri="{FF2B5EF4-FFF2-40B4-BE49-F238E27FC236}">
                <a16:creationId xmlns:a16="http://schemas.microsoft.com/office/drawing/2014/main" id="{C6E9160B-5AE2-66BD-46B6-90D0DB662C7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64632" y="3695236"/>
            <a:ext cx="182880" cy="182880"/>
          </a:xfrm>
          <a:prstGeom prst="rect">
            <a:avLst/>
          </a:prstGeom>
        </p:spPr>
      </p:pic>
      <p:sp>
        <p:nvSpPr>
          <p:cNvPr id="72" name="Text 50">
            <a:extLst>
              <a:ext uri="{FF2B5EF4-FFF2-40B4-BE49-F238E27FC236}">
                <a16:creationId xmlns:a16="http://schemas.microsoft.com/office/drawing/2014/main" id="{0BED13DC-E8F9-D738-83BF-D87AA876D5D3}"/>
              </a:ext>
            </a:extLst>
          </p:cNvPr>
          <p:cNvSpPr/>
          <p:nvPr/>
        </p:nvSpPr>
        <p:spPr>
          <a:xfrm>
            <a:off x="8666968" y="3567220"/>
            <a:ext cx="27532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→ fee</a:t>
            </a:r>
            <a:r>
              <a:rPr lang="en-US" sz="9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 success</a:t>
            </a:r>
            <a:endParaRPr lang="en-US" sz="1100"/>
          </a:p>
        </p:txBody>
      </p:sp>
      <p:sp>
        <p:nvSpPr>
          <p:cNvPr id="73" name="Shape 51">
            <a:extLst>
              <a:ext uri="{FF2B5EF4-FFF2-40B4-BE49-F238E27FC236}">
                <a16:creationId xmlns:a16="http://schemas.microsoft.com/office/drawing/2014/main" id="{30D2137C-0626-B51A-4346-5FF3A4A350A1}"/>
              </a:ext>
            </a:extLst>
          </p:cNvPr>
          <p:cNvSpPr/>
          <p:nvPr/>
        </p:nvSpPr>
        <p:spPr>
          <a:xfrm>
            <a:off x="8173192" y="4079284"/>
            <a:ext cx="3210458" cy="548640"/>
          </a:xfrm>
          <a:prstGeom prst="roundRect">
            <a:avLst>
              <a:gd name="adj" fmla="val 11667"/>
            </a:avLst>
          </a:prstGeom>
          <a:solidFill>
            <a:srgbClr val="E4F0E5"/>
          </a:solidFill>
          <a:ln w="12700">
            <a:solidFill>
              <a:srgbClr val="BFD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4" name="Image 18" descr="preencoded.png">
            <a:extLst>
              <a:ext uri="{FF2B5EF4-FFF2-40B4-BE49-F238E27FC236}">
                <a16:creationId xmlns:a16="http://schemas.microsoft.com/office/drawing/2014/main" id="{53B2A533-09C1-4C8D-2E9F-CA6006613C1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1208" y="4262164"/>
            <a:ext cx="237744" cy="182880"/>
          </a:xfrm>
          <a:prstGeom prst="rect">
            <a:avLst/>
          </a:prstGeom>
        </p:spPr>
      </p:pic>
      <p:sp>
        <p:nvSpPr>
          <p:cNvPr id="75" name="Text 52">
            <a:extLst>
              <a:ext uri="{FF2B5EF4-FFF2-40B4-BE49-F238E27FC236}">
                <a16:creationId xmlns:a16="http://schemas.microsoft.com/office/drawing/2014/main" id="{F46FF7D3-C702-A375-596F-57331A3F35B4}"/>
              </a:ext>
            </a:extLst>
          </p:cNvPr>
          <p:cNvSpPr/>
          <p:nvPr/>
        </p:nvSpPr>
        <p:spPr>
          <a:xfrm>
            <a:off x="8630392" y="4079284"/>
            <a:ext cx="2753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 </a:t>
            </a:r>
            <a:r>
              <a:rPr lang="en-US" sz="95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mainly a success fee on conversion; limited operational support only if pre-approved.</a:t>
            </a:r>
            <a:endParaRPr lang="en-US" sz="1000"/>
          </a:p>
        </p:txBody>
      </p:sp>
      <p:sp>
        <p:nvSpPr>
          <p:cNvPr id="77" name="Shape 53">
            <a:extLst>
              <a:ext uri="{FF2B5EF4-FFF2-40B4-BE49-F238E27FC236}">
                <a16:creationId xmlns:a16="http://schemas.microsoft.com/office/drawing/2014/main" id="{5FEBF0A9-A31B-F9D9-39B1-C7180BD15F04}"/>
              </a:ext>
            </a:extLst>
          </p:cNvPr>
          <p:cNvSpPr/>
          <p:nvPr/>
        </p:nvSpPr>
        <p:spPr>
          <a:xfrm>
            <a:off x="472115" y="4737652"/>
            <a:ext cx="11057839" cy="1280160"/>
          </a:xfrm>
          <a:prstGeom prst="roundRect">
            <a:avLst>
              <a:gd name="adj" fmla="val 6429"/>
            </a:avLst>
          </a:prstGeom>
          <a:solidFill>
            <a:srgbClr val="F4F8FD"/>
          </a:solidFill>
          <a:ln w="12700">
            <a:solidFill>
              <a:srgbClr val="C5D2EA"/>
            </a:solidFill>
            <a:prstDash val="solid"/>
          </a:ln>
          <a:effectLst>
            <a:outerShdw blurRad="63500" dist="25400" dir="5400000" algn="bl" rotWithShape="0">
              <a:srgbClr val="9AA6B6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54">
            <a:extLst>
              <a:ext uri="{FF2B5EF4-FFF2-40B4-BE49-F238E27FC236}">
                <a16:creationId xmlns:a16="http://schemas.microsoft.com/office/drawing/2014/main" id="{77CEBC41-056F-80EF-C1F6-FB88FB9B4E53}"/>
              </a:ext>
            </a:extLst>
          </p:cNvPr>
          <p:cNvSpPr/>
          <p:nvPr/>
        </p:nvSpPr>
        <p:spPr>
          <a:xfrm>
            <a:off x="673283" y="4847380"/>
            <a:ext cx="310896" cy="310896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9" name="Image 19" descr="preencoded.png">
            <a:extLst>
              <a:ext uri="{FF2B5EF4-FFF2-40B4-BE49-F238E27FC236}">
                <a16:creationId xmlns:a16="http://schemas.microsoft.com/office/drawing/2014/main" id="{753CDF69-BF6F-CF32-FDB5-423B5EB474C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5579" y="4929676"/>
            <a:ext cx="146304" cy="146304"/>
          </a:xfrm>
          <a:prstGeom prst="rect">
            <a:avLst/>
          </a:prstGeom>
        </p:spPr>
      </p:pic>
      <p:sp>
        <p:nvSpPr>
          <p:cNvPr id="130" name="Text 55">
            <a:extLst>
              <a:ext uri="{FF2B5EF4-FFF2-40B4-BE49-F238E27FC236}">
                <a16:creationId xmlns:a16="http://schemas.microsoft.com/office/drawing/2014/main" id="{B4760395-CCD2-AE0B-DE56-B95374EEAF17}"/>
              </a:ext>
            </a:extLst>
          </p:cNvPr>
          <p:cNvSpPr/>
          <p:nvPr/>
        </p:nvSpPr>
        <p:spPr>
          <a:xfrm>
            <a:off x="1075619" y="4829092"/>
            <a:ext cx="103263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5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RULES   </a:t>
            </a:r>
            <a:r>
              <a:rPr lang="en-US" sz="1050" i="1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guardrails that keep finders aligned and DEL in control</a:t>
            </a:r>
            <a:endParaRPr lang="en-US" sz="1250"/>
          </a:p>
        </p:txBody>
      </p:sp>
      <p:sp>
        <p:nvSpPr>
          <p:cNvPr id="131" name="Shape 56">
            <a:extLst>
              <a:ext uri="{FF2B5EF4-FFF2-40B4-BE49-F238E27FC236}">
                <a16:creationId xmlns:a16="http://schemas.microsoft.com/office/drawing/2014/main" id="{2920A2EC-318B-D65C-7AF6-991639E909AB}"/>
              </a:ext>
            </a:extLst>
          </p:cNvPr>
          <p:cNvSpPr/>
          <p:nvPr/>
        </p:nvSpPr>
        <p:spPr>
          <a:xfrm>
            <a:off x="746435" y="5268004"/>
            <a:ext cx="292608" cy="292608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2" name="Image 20" descr="preencoded.png">
            <a:extLst>
              <a:ext uri="{FF2B5EF4-FFF2-40B4-BE49-F238E27FC236}">
                <a16:creationId xmlns:a16="http://schemas.microsoft.com/office/drawing/2014/main" id="{DC49544C-3A85-59F0-7C50-1831C493C05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9587" y="5341156"/>
            <a:ext cx="146304" cy="146304"/>
          </a:xfrm>
          <a:prstGeom prst="rect">
            <a:avLst/>
          </a:prstGeom>
        </p:spPr>
      </p:pic>
      <p:sp>
        <p:nvSpPr>
          <p:cNvPr id="133" name="Text 57">
            <a:extLst>
              <a:ext uri="{FF2B5EF4-FFF2-40B4-BE49-F238E27FC236}">
                <a16:creationId xmlns:a16="http://schemas.microsoft.com/office/drawing/2014/main" id="{15B3318E-ACEF-364C-0157-C81F46C03739}"/>
              </a:ext>
            </a:extLst>
          </p:cNvPr>
          <p:cNvSpPr/>
          <p:nvPr/>
        </p:nvSpPr>
        <p:spPr>
          <a:xfrm>
            <a:off x="1148771" y="5213140"/>
            <a:ext cx="30458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&amp; non-circumvention
</a:t>
            </a:r>
            <a:r>
              <a:rPr lang="en-US" sz="9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before any lead is shared</a:t>
            </a:r>
            <a:endParaRPr lang="en-US" sz="1000"/>
          </a:p>
        </p:txBody>
      </p:sp>
      <p:sp>
        <p:nvSpPr>
          <p:cNvPr id="134" name="Shape 58">
            <a:extLst>
              <a:ext uri="{FF2B5EF4-FFF2-40B4-BE49-F238E27FC236}">
                <a16:creationId xmlns:a16="http://schemas.microsoft.com/office/drawing/2014/main" id="{4ABFBE21-A3E0-AA8C-C3F9-E348E997E6F6}"/>
              </a:ext>
            </a:extLst>
          </p:cNvPr>
          <p:cNvSpPr/>
          <p:nvPr/>
        </p:nvSpPr>
        <p:spPr>
          <a:xfrm>
            <a:off x="4249501" y="5268004"/>
            <a:ext cx="292608" cy="292608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5" name="Image 21" descr="preencoded.png">
            <a:extLst>
              <a:ext uri="{FF2B5EF4-FFF2-40B4-BE49-F238E27FC236}">
                <a16:creationId xmlns:a16="http://schemas.microsoft.com/office/drawing/2014/main" id="{72873288-7F2E-0912-993C-45586695074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22653" y="5341156"/>
            <a:ext cx="146304" cy="146304"/>
          </a:xfrm>
          <a:prstGeom prst="rect">
            <a:avLst/>
          </a:prstGeom>
        </p:spPr>
      </p:pic>
      <p:sp>
        <p:nvSpPr>
          <p:cNvPr id="136" name="Text 59">
            <a:extLst>
              <a:ext uri="{FF2B5EF4-FFF2-40B4-BE49-F238E27FC236}">
                <a16:creationId xmlns:a16="http://schemas.microsoft.com/office/drawing/2014/main" id="{27995E22-16D8-3989-45A1-F96E90426BA4}"/>
              </a:ext>
            </a:extLst>
          </p:cNvPr>
          <p:cNvSpPr/>
          <p:nvPr/>
        </p:nvSpPr>
        <p:spPr>
          <a:xfrm>
            <a:off x="4651837" y="5213140"/>
            <a:ext cx="30458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first
</a:t>
            </a:r>
            <a:r>
              <a:rPr lang="en-US" sz="9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logged before a claim counts</a:t>
            </a:r>
            <a:endParaRPr lang="en-US" sz="1000"/>
          </a:p>
        </p:txBody>
      </p:sp>
      <p:sp>
        <p:nvSpPr>
          <p:cNvPr id="137" name="Shape 60">
            <a:extLst>
              <a:ext uri="{FF2B5EF4-FFF2-40B4-BE49-F238E27FC236}">
                <a16:creationId xmlns:a16="http://schemas.microsoft.com/office/drawing/2014/main" id="{3C1C3AA6-D70A-D1BB-2332-F93D0EC8C2F3}"/>
              </a:ext>
            </a:extLst>
          </p:cNvPr>
          <p:cNvSpPr/>
          <p:nvPr/>
        </p:nvSpPr>
        <p:spPr>
          <a:xfrm>
            <a:off x="7752568" y="5268004"/>
            <a:ext cx="292608" cy="292608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8" name="Image 22" descr="preencoded.png">
            <a:extLst>
              <a:ext uri="{FF2B5EF4-FFF2-40B4-BE49-F238E27FC236}">
                <a16:creationId xmlns:a16="http://schemas.microsoft.com/office/drawing/2014/main" id="{7CA010D4-C257-44D1-D007-F3D7C52C828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25720" y="5341156"/>
            <a:ext cx="146304" cy="146304"/>
          </a:xfrm>
          <a:prstGeom prst="rect">
            <a:avLst/>
          </a:prstGeom>
        </p:spPr>
      </p:pic>
      <p:sp>
        <p:nvSpPr>
          <p:cNvPr id="139" name="Text 61">
            <a:extLst>
              <a:ext uri="{FF2B5EF4-FFF2-40B4-BE49-F238E27FC236}">
                <a16:creationId xmlns:a16="http://schemas.microsoft.com/office/drawing/2014/main" id="{2FA3391E-BC5D-42D8-5533-51012D4AD20B}"/>
              </a:ext>
            </a:extLst>
          </p:cNvPr>
          <p:cNvSpPr/>
          <p:nvPr/>
        </p:nvSpPr>
        <p:spPr>
          <a:xfrm>
            <a:off x="8154904" y="5213140"/>
            <a:ext cx="30458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
</a:t>
            </a:r>
            <a:r>
              <a:rPr lang="en-US" sz="9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out duplicates &amp; weak leads</a:t>
            </a:r>
            <a:endParaRPr lang="en-US" sz="1000"/>
          </a:p>
        </p:txBody>
      </p:sp>
      <p:sp>
        <p:nvSpPr>
          <p:cNvPr id="140" name="Shape 62">
            <a:extLst>
              <a:ext uri="{FF2B5EF4-FFF2-40B4-BE49-F238E27FC236}">
                <a16:creationId xmlns:a16="http://schemas.microsoft.com/office/drawing/2014/main" id="{21E972E8-39A3-638A-9FBA-B289C31BC158}"/>
              </a:ext>
            </a:extLst>
          </p:cNvPr>
          <p:cNvSpPr/>
          <p:nvPr/>
        </p:nvSpPr>
        <p:spPr>
          <a:xfrm>
            <a:off x="746435" y="5652052"/>
            <a:ext cx="292608" cy="292608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1" name="Image 23" descr="preencoded.png">
            <a:extLst>
              <a:ext uri="{FF2B5EF4-FFF2-40B4-BE49-F238E27FC236}">
                <a16:creationId xmlns:a16="http://schemas.microsoft.com/office/drawing/2014/main" id="{11919622-CBD8-73BF-FAB0-CA26F569862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9587" y="5725204"/>
            <a:ext cx="146304" cy="146304"/>
          </a:xfrm>
          <a:prstGeom prst="rect">
            <a:avLst/>
          </a:prstGeom>
        </p:spPr>
      </p:pic>
      <p:sp>
        <p:nvSpPr>
          <p:cNvPr id="142" name="Text 63">
            <a:extLst>
              <a:ext uri="{FF2B5EF4-FFF2-40B4-BE49-F238E27FC236}">
                <a16:creationId xmlns:a16="http://schemas.microsoft.com/office/drawing/2014/main" id="{D9BFC6F4-38C0-53C5-7A62-EFE104E3A5AB}"/>
              </a:ext>
            </a:extLst>
          </p:cNvPr>
          <p:cNvSpPr/>
          <p:nvPr/>
        </p:nvSpPr>
        <p:spPr>
          <a:xfrm>
            <a:off x="1148771" y="5597188"/>
            <a:ext cx="30458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Success-based fee
</a:t>
            </a:r>
            <a:r>
              <a:rPr lang="en-US" sz="9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only on conversion; agreed trigger</a:t>
            </a:r>
            <a:endParaRPr lang="en-US" sz="1000"/>
          </a:p>
        </p:txBody>
      </p:sp>
      <p:sp>
        <p:nvSpPr>
          <p:cNvPr id="143" name="Shape 64">
            <a:extLst>
              <a:ext uri="{FF2B5EF4-FFF2-40B4-BE49-F238E27FC236}">
                <a16:creationId xmlns:a16="http://schemas.microsoft.com/office/drawing/2014/main" id="{2151EC8F-DBF6-BEC5-F98F-6B6E2AD595D6}"/>
              </a:ext>
            </a:extLst>
          </p:cNvPr>
          <p:cNvSpPr/>
          <p:nvPr/>
        </p:nvSpPr>
        <p:spPr>
          <a:xfrm>
            <a:off x="4249501" y="5652052"/>
            <a:ext cx="292608" cy="292608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4" name="Image 24" descr="preencoded.png">
            <a:extLst>
              <a:ext uri="{FF2B5EF4-FFF2-40B4-BE49-F238E27FC236}">
                <a16:creationId xmlns:a16="http://schemas.microsoft.com/office/drawing/2014/main" id="{45071469-BFD0-54E8-4A89-6D5D725F7AFE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22653" y="5725204"/>
            <a:ext cx="146304" cy="146304"/>
          </a:xfrm>
          <a:prstGeom prst="rect">
            <a:avLst/>
          </a:prstGeom>
        </p:spPr>
      </p:pic>
      <p:sp>
        <p:nvSpPr>
          <p:cNvPr id="145" name="Text 65">
            <a:extLst>
              <a:ext uri="{FF2B5EF4-FFF2-40B4-BE49-F238E27FC236}">
                <a16:creationId xmlns:a16="http://schemas.microsoft.com/office/drawing/2014/main" id="{15A140EA-3606-CA9E-F3C3-B4B53F26EFA5}"/>
              </a:ext>
            </a:extLst>
          </p:cNvPr>
          <p:cNvSpPr/>
          <p:nvPr/>
        </p:nvSpPr>
        <p:spPr>
          <a:xfrm>
            <a:off x="4651837" y="5597188"/>
            <a:ext cx="30458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stays in control
</a:t>
            </a:r>
            <a:r>
              <a:rPr lang="en-US" sz="9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terms &amp; customer commitments</a:t>
            </a:r>
            <a:endParaRPr lang="en-US" sz="1000"/>
          </a:p>
        </p:txBody>
      </p:sp>
      <p:sp>
        <p:nvSpPr>
          <p:cNvPr id="146" name="Shape 66">
            <a:extLst>
              <a:ext uri="{FF2B5EF4-FFF2-40B4-BE49-F238E27FC236}">
                <a16:creationId xmlns:a16="http://schemas.microsoft.com/office/drawing/2014/main" id="{41F7D4E9-0F16-0801-5EEA-616AC0A1B9AE}"/>
              </a:ext>
            </a:extLst>
          </p:cNvPr>
          <p:cNvSpPr/>
          <p:nvPr/>
        </p:nvSpPr>
        <p:spPr>
          <a:xfrm>
            <a:off x="7752568" y="5652052"/>
            <a:ext cx="292608" cy="292608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7" name="Image 25" descr="preencoded.png">
            <a:extLst>
              <a:ext uri="{FF2B5EF4-FFF2-40B4-BE49-F238E27FC236}">
                <a16:creationId xmlns:a16="http://schemas.microsoft.com/office/drawing/2014/main" id="{E4750B79-302C-9C94-D8D9-D67FD9C1993D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25720" y="5725204"/>
            <a:ext cx="146304" cy="146304"/>
          </a:xfrm>
          <a:prstGeom prst="rect">
            <a:avLst/>
          </a:prstGeom>
        </p:spPr>
      </p:pic>
      <p:sp>
        <p:nvSpPr>
          <p:cNvPr id="148" name="Text 67">
            <a:extLst>
              <a:ext uri="{FF2B5EF4-FFF2-40B4-BE49-F238E27FC236}">
                <a16:creationId xmlns:a16="http://schemas.microsoft.com/office/drawing/2014/main" id="{66071AD4-B691-F81B-46CE-A3B4CE9ED0D6}"/>
              </a:ext>
            </a:extLst>
          </p:cNvPr>
          <p:cNvSpPr/>
          <p:nvPr/>
        </p:nvSpPr>
        <p:spPr>
          <a:xfrm>
            <a:off x="8154904" y="5597188"/>
            <a:ext cx="30458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
</a:t>
            </a:r>
            <a:r>
              <a:rPr lang="en-US" sz="900">
                <a:solidFill>
                  <a:srgbClr val="5C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 &amp; approval limits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4269574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29190-3F93-9AA0-82FE-5D19C287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291844E-BDC6-5683-DB94-F04C45B41E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85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75C25963-718E-9AD9-2294-40B489D4F05E}"/>
              </a:ext>
            </a:extLst>
          </p:cNvPr>
          <p:cNvSpPr txBox="1">
            <a:spLocks/>
          </p:cNvSpPr>
          <p:nvPr/>
        </p:nvSpPr>
        <p:spPr>
          <a:xfrm>
            <a:off x="1817598" y="3296918"/>
            <a:ext cx="5040403" cy="496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endParaRPr lang="en-GB" kern="0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7FF808-A1C8-7E6A-D4F4-7B584E7A3CEE}"/>
              </a:ext>
            </a:extLst>
          </p:cNvPr>
          <p:cNvSpPr/>
          <p:nvPr/>
        </p:nvSpPr>
        <p:spPr>
          <a:xfrm>
            <a:off x="0" y="-2"/>
            <a:ext cx="12217052" cy="68955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3" name="Picture 2" descr="DEL's logo depicts a stylized, blue, green, and white striped design, representing the company's branding for their decentralized energy services.&#10;&#10;AI-generated content may be incorrect.">
            <a:extLst>
              <a:ext uri="{FF2B5EF4-FFF2-40B4-BE49-F238E27FC236}">
                <a16:creationId xmlns:a16="http://schemas.microsoft.com/office/drawing/2014/main" id="{1CAC8C69-813A-0D4E-BCBD-4558D2D1B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385" y="2894380"/>
            <a:ext cx="2741231" cy="106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7138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Ov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itleBox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ulletRectangle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owHeader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oundedRectang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FLAT" val="True"/>
  <p:tag name="NAME" val="SplitFlo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Lin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oubleChevron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onnectorRectang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KeyTakeawa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extOva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EmptyMoon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QuaterMoon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HalfMoon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3QuaterMoon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ullMoon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Flo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Shap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TopTex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Shap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1BoatBottomText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Shap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2BoatBottomText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Shap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ingleBoatTex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  <p:tag name="NAME" val="MoonShap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  <p:tag name="NAME" val="MoonHalfShap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  <p:tag name="NAME" val="MoonShap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  <p:tag name="NAME" val="MoonHalfShap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  <p:tag name="NAME" val="MoonShap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  <p:tag name="NAME" val="MoonHalfShap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  <p:tag name="NAME" val="MoonShap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  <p:tag name="NAME" val="MoonHalfShap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  <p:tag name="NAME" val="MoonShap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  <p:tag name="NAME" val="MoonHalfShap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eXNKxQTn8it0uoMpbWP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W8_1HuTZa4QjqyCV2Gu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PMG Widescreen [16:9] Feb 2022">
  <a:themeElements>
    <a:clrScheme name="KPMG_MAR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Presentation2" id="{6F9D073B-8B7E-4CCD-B454-11736666544F}" vid="{CB0E54E2-5236-4DAF-8398-713F6E87C91A}"/>
    </a:ext>
  </a:extLst>
</a:theme>
</file>

<file path=ppt/theme/theme3.xml><?xml version="1.0" encoding="utf-8"?>
<a:theme xmlns:a="http://schemas.openxmlformats.org/drawingml/2006/main" name="1_LG0132_CF v2">
  <a:themeElements>
    <a:clrScheme name="Custom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045A89"/>
      </a:accent1>
      <a:accent2>
        <a:srgbClr val="FCC30B"/>
      </a:accent2>
      <a:accent3>
        <a:srgbClr val="C6C6C6"/>
      </a:accent3>
      <a:accent4>
        <a:srgbClr val="002960"/>
      </a:accent4>
      <a:accent5>
        <a:srgbClr val="5A5A5A"/>
      </a:accent5>
      <a:accent6>
        <a:srgbClr val="808080"/>
      </a:accent6>
      <a:hlink>
        <a:srgbClr val="C6C6C6"/>
      </a:hlink>
      <a:folHlink>
        <a:srgbClr val="00296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stom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045A89"/>
        </a:accent1>
        <a:accent2>
          <a:srgbClr val="FCC30B"/>
        </a:accent2>
        <a:accent3>
          <a:srgbClr val="C6C6C6"/>
        </a:accent3>
        <a:accent4>
          <a:srgbClr val="002960"/>
        </a:accent4>
        <a:accent5>
          <a:srgbClr val="5A5A5A"/>
        </a:accent5>
        <a:accent6>
          <a:srgbClr val="808080"/>
        </a:accent6>
        <a:hlink>
          <a:srgbClr val="C6C6C6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/>
  <a:extLst>
    <a:ext uri="{05A4C25C-085E-4340-85A3-A5531E510DB2}">
      <thm15:themeFamily xmlns:thm15="http://schemas.microsoft.com/office/thememl/2012/main" name="LG0132_CF.potx" id="{81E28EB9-1873-42F8-998E-5F5C027F0213}" vid="{7481E710-751B-4047-9E53-E14AD66C057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5394233-5166-46A2-B7C9-D6B08F9D2E52}">
  <we:reference id="wa104380862" version="1.5.0.0" store="en-US" storeType="OMEX"/>
  <we:alternateReferences>
    <we:reference id="WA104380862" version="1.5.0.0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77BF62D-1C4F-4976-8FF2-DC865A010CB1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28447ec-87da-47c8-8a92-c6bf58175ce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F82608DD65764EA9E3BF6F925567AF" ma:contentTypeVersion="13" ma:contentTypeDescription="Create a new document." ma:contentTypeScope="" ma:versionID="3f876b56370545aa409a25dc166059de">
  <xsd:schema xmlns:xsd="http://www.w3.org/2001/XMLSchema" xmlns:xs="http://www.w3.org/2001/XMLSchema" xmlns:p="http://schemas.microsoft.com/office/2006/metadata/properties" xmlns:ns3="62c59d68-01f4-4eda-ba67-f70f14d2743c" xmlns:ns4="dea3023e-40f8-4f35-9365-762222014f78" targetNamespace="http://schemas.microsoft.com/office/2006/metadata/properties" ma:root="true" ma:fieldsID="e08cc3ab63d671b2c7e9f6cdb8b8deee" ns3:_="" ns4:_="">
    <xsd:import namespace="62c59d68-01f4-4eda-ba67-f70f14d2743c"/>
    <xsd:import namespace="dea3023e-40f8-4f35-9365-762222014f7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59d68-01f4-4eda-ba67-f70f14d274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a3023e-40f8-4f35-9365-762222014f7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CB8C50-35B2-4E19-96C7-D917C110B6F7}">
  <ds:schemaRefs>
    <ds:schemaRef ds:uri="62c59d68-01f4-4eda-ba67-f70f14d2743c"/>
    <ds:schemaRef ds:uri="dea3023e-40f8-4f35-9365-762222014f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2C9DABF-1AC7-4980-835F-49D3A2004CF4}">
  <ds:schemaRefs>
    <ds:schemaRef ds:uri="62c59d68-01f4-4eda-ba67-f70f14d2743c"/>
    <ds:schemaRef ds:uri="dea3023e-40f8-4f35-9365-762222014f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7DF8374-16DC-42F1-880E-461A8B3A9F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2116</Words>
  <Application>Microsoft Office PowerPoint</Application>
  <PresentationFormat>Widescreen</PresentationFormat>
  <Paragraphs>362</Paragraphs>
  <Slides>12</Slides>
  <Notes>10</Notes>
  <HiddenSlides>3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KPMG Bold</vt:lpstr>
      <vt:lpstr>Univers 45 Light</vt:lpstr>
      <vt:lpstr>Univers for KPMG Light</vt:lpstr>
      <vt:lpstr>Office Theme</vt:lpstr>
      <vt:lpstr>KPMG Widescreen [16:9] Feb 2022</vt:lpstr>
      <vt:lpstr>1_LG0132_CF v2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Viathan</dc:creator>
  <cp:lastModifiedBy>Jagunmolu Kolawole</cp:lastModifiedBy>
  <cp:revision>2</cp:revision>
  <dcterms:created xsi:type="dcterms:W3CDTF">2020-08-23T17:36:21Z</dcterms:created>
  <dcterms:modified xsi:type="dcterms:W3CDTF">2026-07-04T11:46:06Z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0x01010008F82608DD65764EA9E3BF6F925567AF</vt:lpwstr>
  </property>
</Properties>
</file>